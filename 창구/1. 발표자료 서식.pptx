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9" r:id="rId4"/>
    <p:sldId id="257" r:id="rId5"/>
    <p:sldId id="270" r:id="rId6"/>
    <p:sldId id="261" r:id="rId7"/>
    <p:sldId id="263" r:id="rId8"/>
    <p:sldId id="272" r:id="rId9"/>
    <p:sldId id="264" r:id="rId10"/>
    <p:sldId id="273" r:id="rId11"/>
    <p:sldId id="267" r:id="rId12"/>
    <p:sldId id="268" r:id="rId13"/>
    <p:sldId id="271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8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C960F-8714-45C5-BC97-F8A82F71B8EF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2020-06-02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8C354-386E-4AFC-9159-8DA059B29EB8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57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양쪽 모서리가 둥근 사각형 14"/>
          <p:cNvSpPr/>
          <p:nvPr userDrawn="1"/>
        </p:nvSpPr>
        <p:spPr>
          <a:xfrm rot="5400000">
            <a:off x="8324108" y="-13037"/>
            <a:ext cx="511200" cy="1128584"/>
          </a:xfrm>
          <a:prstGeom prst="round2SameRect">
            <a:avLst>
              <a:gd name="adj1" fmla="val 0"/>
              <a:gd name="adj2" fmla="val 48344"/>
            </a:avLst>
          </a:prstGeom>
          <a:solidFill>
            <a:srgbClr val="3F7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1" name="양쪽 모서리가 둥근 사각형 10"/>
          <p:cNvSpPr/>
          <p:nvPr userDrawn="1"/>
        </p:nvSpPr>
        <p:spPr>
          <a:xfrm rot="5400000">
            <a:off x="3704005" y="-3408349"/>
            <a:ext cx="511200" cy="791920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8750423" y="6583485"/>
            <a:ext cx="385762" cy="266700"/>
          </a:xfrm>
          <a:prstGeom prst="rect">
            <a:avLst/>
          </a:prstGeom>
        </p:spPr>
        <p:txBody>
          <a:bodyPr lIns="104306" tIns="52153" rIns="104306" bIns="52153" anchor="ctr"/>
          <a:lstStyle>
            <a:lvl1pPr algn="l">
              <a:defRPr lang="ko-KR" altLang="en-US" sz="1000" b="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defTabSz="1043056">
              <a:defRPr/>
            </a:pPr>
            <a:fld id="{31B1D535-8B43-4A09-B33A-E1647FCFB0F8}" type="slidenum">
              <a:rPr lang="en-US" altLang="ko-KR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defTabSz="1043056"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57150" y="6600824"/>
            <a:ext cx="1133474" cy="257175"/>
          </a:xfrm>
        </p:spPr>
        <p:txBody>
          <a:bodyPr anchor="ctr"/>
          <a:lstStyle>
            <a:lvl1pPr>
              <a:buNone/>
              <a:defRPr sz="1000" b="1">
                <a:solidFill>
                  <a:schemeClr val="accent1"/>
                </a:solidFill>
                <a:latin typeface="+mn-ea"/>
                <a:ea typeface="+mn-ea"/>
              </a:defRPr>
            </a:lvl1pPr>
            <a:lvl5pPr>
              <a:defRPr/>
            </a:lvl5pPr>
          </a:lstStyle>
          <a:p>
            <a:pPr lvl="0"/>
            <a:r>
              <a:rPr lang="en-US" altLang="ko-KR" dirty="0" smtClean="0"/>
              <a:t>logo</a:t>
            </a:r>
            <a:endParaRPr lang="ko-KR" altLang="en-US" dirty="0"/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361950"/>
            <a:ext cx="6210300" cy="428625"/>
          </a:xfrm>
        </p:spPr>
        <p:txBody>
          <a:bodyPr anchor="t"/>
          <a:lstStyle>
            <a:lvl1pPr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altLang="ko-KR" dirty="0" smtClean="0"/>
              <a:t>1-1 Your text here</a:t>
            </a:r>
            <a:endParaRPr lang="ko-KR" altLang="en-US" dirty="0"/>
          </a:p>
        </p:txBody>
      </p:sp>
      <p:sp>
        <p:nvSpPr>
          <p:cNvPr id="25" name="텍스트 개체 틀 24"/>
          <p:cNvSpPr>
            <a:spLocks noGrp="1"/>
          </p:cNvSpPr>
          <p:nvPr>
            <p:ph type="body" sz="quarter" idx="17" hasCustomPrompt="1"/>
          </p:nvPr>
        </p:nvSpPr>
        <p:spPr>
          <a:xfrm>
            <a:off x="3162300" y="6600825"/>
            <a:ext cx="2819400" cy="257175"/>
          </a:xfrm>
        </p:spPr>
        <p:txBody>
          <a:bodyPr anchor="ctr"/>
          <a:lstStyle>
            <a:lvl1pPr algn="ctr"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www.bizforms.co.kr</a:t>
            </a:r>
            <a:endParaRPr lang="ko-KR" altLang="en-US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8820150" y="6800850"/>
            <a:ext cx="252000" cy="1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8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A9B3E-4F3F-4F1D-9781-81986187EF37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2020-06-02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4280D-04F9-4BAA-BBB4-2112BB9954B5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89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dirty="0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425F3C8-1C72-41E8-BB35-5D1065F46194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2020-06-02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AD690B-7B84-432B-BF4B-43D2C7B2EE14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93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맑은 고딕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 7"/>
          <p:cNvSpPr/>
          <p:nvPr/>
        </p:nvSpPr>
        <p:spPr>
          <a:xfrm>
            <a:off x="0" y="0"/>
            <a:ext cx="9144000" cy="4533900"/>
          </a:xfrm>
          <a:custGeom>
            <a:avLst/>
            <a:gdLst>
              <a:gd name="connsiteX0" fmla="*/ 0 w 9144000"/>
              <a:gd name="connsiteY0" fmla="*/ 0 h 4533900"/>
              <a:gd name="connsiteX1" fmla="*/ 6877050 w 9144000"/>
              <a:gd name="connsiteY1" fmla="*/ 0 h 4533900"/>
              <a:gd name="connsiteX2" fmla="*/ 9144000 w 9144000"/>
              <a:gd name="connsiteY2" fmla="*/ 2266950 h 4533900"/>
              <a:gd name="connsiteX3" fmla="*/ 6877050 w 9144000"/>
              <a:gd name="connsiteY3" fmla="*/ 4533900 h 4533900"/>
              <a:gd name="connsiteX4" fmla="*/ 0 w 9144000"/>
              <a:gd name="connsiteY4" fmla="*/ 4533900 h 4533900"/>
              <a:gd name="connsiteX5" fmla="*/ 0 w 9144000"/>
              <a:gd name="connsiteY5" fmla="*/ 0 h 4533900"/>
              <a:gd name="connsiteX0" fmla="*/ 0 w 9144000"/>
              <a:gd name="connsiteY0" fmla="*/ 0 h 4533900"/>
              <a:gd name="connsiteX1" fmla="*/ 6877050 w 9144000"/>
              <a:gd name="connsiteY1" fmla="*/ 0 h 4533900"/>
              <a:gd name="connsiteX2" fmla="*/ 9144000 w 9144000"/>
              <a:gd name="connsiteY2" fmla="*/ 2266950 h 4533900"/>
              <a:gd name="connsiteX3" fmla="*/ 6877050 w 9144000"/>
              <a:gd name="connsiteY3" fmla="*/ 4533900 h 4533900"/>
              <a:gd name="connsiteX4" fmla="*/ 0 w 9144000"/>
              <a:gd name="connsiteY4" fmla="*/ 4533900 h 4533900"/>
              <a:gd name="connsiteX5" fmla="*/ 0 w 9144000"/>
              <a:gd name="connsiteY5" fmla="*/ 0 h 4533900"/>
              <a:gd name="connsiteX0" fmla="*/ 0 w 9521825"/>
              <a:gd name="connsiteY0" fmla="*/ 0 h 4533900"/>
              <a:gd name="connsiteX1" fmla="*/ 9144000 w 9521825"/>
              <a:gd name="connsiteY1" fmla="*/ 0 h 4533900"/>
              <a:gd name="connsiteX2" fmla="*/ 9144000 w 9521825"/>
              <a:gd name="connsiteY2" fmla="*/ 2266950 h 4533900"/>
              <a:gd name="connsiteX3" fmla="*/ 6877050 w 9521825"/>
              <a:gd name="connsiteY3" fmla="*/ 4533900 h 4533900"/>
              <a:gd name="connsiteX4" fmla="*/ 0 w 9521825"/>
              <a:gd name="connsiteY4" fmla="*/ 4533900 h 4533900"/>
              <a:gd name="connsiteX5" fmla="*/ 0 w 9521825"/>
              <a:gd name="connsiteY5" fmla="*/ 0 h 4533900"/>
              <a:gd name="connsiteX0" fmla="*/ 0 w 9144000"/>
              <a:gd name="connsiteY0" fmla="*/ 0 h 4533900"/>
              <a:gd name="connsiteX1" fmla="*/ 9144000 w 9144000"/>
              <a:gd name="connsiteY1" fmla="*/ 0 h 4533900"/>
              <a:gd name="connsiteX2" fmla="*/ 9144000 w 9144000"/>
              <a:gd name="connsiteY2" fmla="*/ 2266950 h 4533900"/>
              <a:gd name="connsiteX3" fmla="*/ 6877050 w 9144000"/>
              <a:gd name="connsiteY3" fmla="*/ 4533900 h 4533900"/>
              <a:gd name="connsiteX4" fmla="*/ 0 w 9144000"/>
              <a:gd name="connsiteY4" fmla="*/ 4533900 h 4533900"/>
              <a:gd name="connsiteX5" fmla="*/ 0 w 9144000"/>
              <a:gd name="connsiteY5" fmla="*/ 0 h 4533900"/>
              <a:gd name="connsiteX0" fmla="*/ 0 w 9144000"/>
              <a:gd name="connsiteY0" fmla="*/ 0 h 4533900"/>
              <a:gd name="connsiteX1" fmla="*/ 9144000 w 9144000"/>
              <a:gd name="connsiteY1" fmla="*/ 0 h 4533900"/>
              <a:gd name="connsiteX2" fmla="*/ 9144000 w 9144000"/>
              <a:gd name="connsiteY2" fmla="*/ 2266950 h 4533900"/>
              <a:gd name="connsiteX3" fmla="*/ 6877050 w 9144000"/>
              <a:gd name="connsiteY3" fmla="*/ 4533900 h 4533900"/>
              <a:gd name="connsiteX4" fmla="*/ 0 w 9144000"/>
              <a:gd name="connsiteY4" fmla="*/ 4533900 h 4533900"/>
              <a:gd name="connsiteX5" fmla="*/ 0 w 9144000"/>
              <a:gd name="connsiteY5" fmla="*/ 0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4533900">
                <a:moveTo>
                  <a:pt x="0" y="0"/>
                </a:moveTo>
                <a:lnTo>
                  <a:pt x="9144000" y="0"/>
                </a:lnTo>
                <a:lnTo>
                  <a:pt x="9144000" y="2266950"/>
                </a:lnTo>
                <a:lnTo>
                  <a:pt x="6877050" y="4533900"/>
                </a:lnTo>
                <a:lnTo>
                  <a:pt x="0" y="4533900"/>
                </a:lnTo>
                <a:lnTo>
                  <a:pt x="0" y="0"/>
                </a:lnTo>
                <a:close/>
              </a:path>
            </a:pathLst>
          </a:custGeom>
          <a:solidFill>
            <a:srgbClr val="3F7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0" y="4543425"/>
            <a:ext cx="9144000" cy="2314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2" name="직각 삼각형 11"/>
          <p:cNvSpPr/>
          <p:nvPr/>
        </p:nvSpPr>
        <p:spPr>
          <a:xfrm flipH="1">
            <a:off x="5133975" y="2847975"/>
            <a:ext cx="4010025" cy="4010025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6" name="직각 삼각형 5"/>
          <p:cNvSpPr/>
          <p:nvPr/>
        </p:nvSpPr>
        <p:spPr>
          <a:xfrm rot="5400000">
            <a:off x="0" y="0"/>
            <a:ext cx="3565321" cy="3565321"/>
          </a:xfrm>
          <a:prstGeom prst="rtTriangl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90958" y="1278834"/>
            <a:ext cx="710537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600" b="1" spc="100" dirty="0" smtClean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2020</a:t>
            </a:r>
            <a:r>
              <a:rPr lang="ko-KR" altLang="en-US" sz="3600" b="1" spc="100" dirty="0" smtClean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창업도약패키지 </a:t>
            </a:r>
            <a:endParaRPr lang="en-US" altLang="ko-KR" sz="3600" b="1" spc="100" dirty="0" smtClean="0">
              <a:solidFill>
                <a:srgbClr val="FFFF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3600" b="1" spc="100" dirty="0" smtClean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창구프로그램 </a:t>
            </a:r>
            <a:r>
              <a:rPr lang="ko-KR" altLang="en-US" sz="3600" b="1" spc="100" dirty="0" err="1" smtClean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발표평가</a:t>
            </a:r>
            <a:r>
              <a:rPr lang="ko-KR" altLang="en-US" sz="3600" b="1" spc="100" dirty="0" smtClean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3600" b="1" spc="100" dirty="0" smtClean="0">
              <a:solidFill>
                <a:srgbClr val="FFFF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4000" b="1" spc="100" dirty="0" smtClean="0">
              <a:solidFill>
                <a:srgbClr val="FFFF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3200" b="1" i="1" spc="10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서비스명</a:t>
            </a:r>
            <a:r>
              <a:rPr lang="ko-KR" altLang="en-US" sz="3200" b="1" i="1" spc="1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3200" b="1" i="1" spc="1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endParaRPr lang="en-US" altLang="ko-KR" sz="4000" b="1" i="1" spc="1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90960" y="4989887"/>
            <a:ext cx="23631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accent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2020</a:t>
            </a:r>
            <a:r>
              <a:rPr lang="ko-KR" altLang="en-US" sz="2000" b="1" dirty="0" smtClean="0">
                <a:solidFill>
                  <a:schemeClr val="accent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2000" b="1" dirty="0" smtClean="0">
                <a:solidFill>
                  <a:schemeClr val="accent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00</a:t>
            </a:r>
            <a:r>
              <a:rPr lang="ko-KR" altLang="en-US" sz="2000" b="1" dirty="0" smtClean="0">
                <a:solidFill>
                  <a:schemeClr val="accent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2000" b="1" dirty="0" smtClean="0">
                <a:solidFill>
                  <a:schemeClr val="accent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00</a:t>
            </a:r>
            <a:r>
              <a:rPr lang="ko-KR" altLang="en-US" sz="2000" b="1" dirty="0" smtClean="0">
                <a:solidFill>
                  <a:schemeClr val="accent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2000" dirty="0">
              <a:solidFill>
                <a:schemeClr val="accent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36512" y="6237312"/>
            <a:ext cx="55446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HY견고딕"/>
                <a:ea typeface="HY견고딕"/>
              </a:rPr>
              <a:t>※ </a:t>
            </a:r>
            <a:r>
              <a:rPr lang="ko-KR" altLang="en-US" sz="1200" dirty="0" err="1" smtClean="0">
                <a:solidFill>
                  <a:schemeClr val="bg1">
                    <a:lumMod val="50000"/>
                  </a:schemeClr>
                </a:solidFill>
                <a:latin typeface="HY견고딕"/>
                <a:ea typeface="HY견고딕"/>
              </a:rPr>
              <a:t>서비스명</a:t>
            </a:r>
            <a:r>
              <a:rPr lang="ko-KR" altLang="en-US" sz="1200" dirty="0" smtClean="0">
                <a:solidFill>
                  <a:schemeClr val="bg1">
                    <a:lumMod val="50000"/>
                  </a:schemeClr>
                </a:solidFill>
                <a:latin typeface="HY견고딕"/>
                <a:ea typeface="HY견고딕"/>
              </a:rPr>
              <a:t> 작성시 본 서비스에 대한 기본적인 컨셉을 작성</a:t>
            </a:r>
            <a:endParaRPr lang="en-US" altLang="ko-KR" sz="1200" dirty="0" smtClean="0">
              <a:solidFill>
                <a:schemeClr val="bg1">
                  <a:lumMod val="50000"/>
                </a:schemeClr>
              </a:solidFill>
              <a:latin typeface="HY견고딕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244751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서비스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93470" y="1196752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 설명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소개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차별성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목표시장 등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 대하여 구체적으로 작성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67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문제인식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서비스에 대한 </a:t>
            </a:r>
            <a:r>
              <a:rPr lang="ko-KR" altLang="en-US" b="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해결과제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자사가 개발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보유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하고 있는 서비스에 대해 인지하고 있는 문제점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보유서비스의 해결 과제 도출 근거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785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문제인식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고객의 </a:t>
            </a:r>
            <a:r>
              <a:rPr lang="ko-KR" altLang="en-US" b="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니즈에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대한 개선과제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고객의 </a:t>
            </a:r>
            <a:r>
              <a:rPr lang="ko-KR" altLang="en-US" sz="1600" dirty="0" err="1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니즈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및 해당분야 전문가 등에서 개선을 요구하는 문제점 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보유한 서비스의 특성과 목표로 하는 고객 간의 연결성 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목표로 하는 고객의 </a:t>
            </a:r>
            <a:r>
              <a:rPr lang="ko-KR" altLang="en-US" sz="1600" dirty="0" err="1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니즈에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대한 타당성 분석 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27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문제인식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시장경쟁자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대비 개선과제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3470" y="1196752"/>
            <a:ext cx="8352928" cy="77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시장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경쟁자 등의 제품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 등과 비교 시 개선을 요구하는 문제점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시장 내 경쟁자 분석 및 경쟁우위 평가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22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실현가능성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서비스의 개발</a:t>
            </a:r>
            <a:r>
              <a:rPr lang="en-US" altLang="ko-KR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lang="en-US" altLang="ko-KR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방안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자사에서 인지한 서비스에 대한 문제점 개선 방안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구현정도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추진일정 및 제작방법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자체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외주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서비스의 개발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고객 요구사항에 대한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대응방안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시장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경쟁력 확보 및 강화방안과 매출 창출 기대 효과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79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실현가능성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고객 요구사항에 대한 대응방안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고객 및 해당분야 전문가 등이 요구하는 문제점에 대한 개선 방안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제시된 목표시장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고객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경쟁자 대비 서비스 개발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방향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83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실현가능성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시장 경쟁력 확보 및 강화방안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시장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경쟁자 등의 서비스 대비 문제점에 대한 개발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우위요소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차별화 전략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제시된 서비스 개발 방안의 실행 가능성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398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성장전략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자금소요 및 조달계획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77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자금의 필요성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금액의 적정성 여부를 판단할 수 있도록 사업비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정부지원금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+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대응자금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현물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))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 사용계획 등을 기재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81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성장전략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시장진입 및 성과창출 전략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내수시장을 중심으로 주 소비자층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 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타겟시장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진출시기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시장진출 및 판매 전략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그간 성과 등을 구체적으로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기재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투자유치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인수합병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(M&amp;A),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기업공개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(IPO),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정부지원금 확보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 향후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기업 성장과 출구 전략을 위해 제시된 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계획 기재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700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>
          <a:xfrm>
            <a:off x="381000" y="361950"/>
            <a:ext cx="6495256" cy="428625"/>
          </a:xfrm>
        </p:spPr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팀 구성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대표자 및 팀원의 </a:t>
            </a:r>
            <a:r>
              <a:rPr lang="ko-KR" altLang="en-US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보유역량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매출 증대에 필요한 대표자의 역량과 외부 파트너를 포함한 팀원의 보강 계획 작성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대표자 역량 및 외부 파트너 보강계획 및 향후 고용계획 제시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199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>
          <a:xfrm>
            <a:off x="381000" y="361950"/>
            <a:ext cx="7287344" cy="428625"/>
          </a:xfrm>
        </p:spPr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팀 구성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자사의 기술개발 역량 및 </a:t>
            </a:r>
            <a:r>
              <a:rPr lang="ko-KR" altLang="en-US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기술보호</a:t>
            </a: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 노력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352928" cy="1512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개발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하는 제품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서비스의 보호방안 및 운영하고 있는 자체 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기술보호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관리 체계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보안담당자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지정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기술보호교육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보안규정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기술임치도입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출입관리 등 기술적 물리적 보안시스템 운영 등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제품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서비스 개발 후 기술유출 방지를 위한 </a:t>
            </a:r>
            <a:r>
              <a:rPr lang="ko-KR" altLang="en-US" sz="1600" dirty="0" err="1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기술보호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계획을 기술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90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텍스트 개체 틀 61"/>
          <p:cNvSpPr>
            <a:spLocks noGrp="1"/>
          </p:cNvSpPr>
          <p:nvPr>
            <p:ph type="body" sz="quarter" idx="16"/>
          </p:nvPr>
        </p:nvSpPr>
        <p:spPr>
          <a:xfrm>
            <a:off x="381000" y="361950"/>
            <a:ext cx="7287344" cy="428625"/>
          </a:xfrm>
        </p:spPr>
        <p:txBody>
          <a:bodyPr/>
          <a:lstStyle/>
          <a:p>
            <a:pPr>
              <a:tabLst>
                <a:tab pos="2960688" algn="l"/>
              </a:tabLst>
            </a:pPr>
            <a:r>
              <a:rPr lang="ko-KR" altLang="en-US" b="0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팀 구성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사회적 가치 실현 계획</a:t>
            </a:r>
            <a:endParaRPr lang="en-US" altLang="ko-KR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0572" y="378695"/>
            <a:ext cx="320769" cy="304800"/>
            <a:chOff x="338" y="910"/>
            <a:chExt cx="164" cy="164"/>
          </a:xfrm>
        </p:grpSpPr>
        <p:pic>
          <p:nvPicPr>
            <p:cNvPr id="203" name="Picture 55" descr="shadow_1_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38" y="910"/>
              <a:ext cx="164" cy="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" name="Oval 56"/>
            <p:cNvSpPr>
              <a:spLocks noChangeArrowheads="1"/>
            </p:cNvSpPr>
            <p:nvPr/>
          </p:nvSpPr>
          <p:spPr bwMode="gray">
            <a:xfrm rot="-10876022" flipH="1" flipV="1">
              <a:off x="365" y="937"/>
              <a:ext cx="110" cy="109"/>
            </a:xfrm>
            <a:prstGeom prst="ellipse">
              <a:avLst/>
            </a:prstGeom>
            <a:gradFill rotWithShape="1">
              <a:gsLst>
                <a:gs pos="0">
                  <a:srgbClr val="4EA88A"/>
                </a:gs>
                <a:gs pos="100000">
                  <a:srgbClr val="4EA88A">
                    <a:gamma/>
                    <a:shade val="8352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kern="0" dirty="0">
                <a:solidFill>
                  <a:srgbClr val="000000"/>
                </a:solidFill>
                <a:latin typeface="Arial"/>
                <a:ea typeface="굴림" charset="-127"/>
              </a:endParaRPr>
            </a:p>
          </p:txBody>
        </p:sp>
        <p:pic>
          <p:nvPicPr>
            <p:cNvPr id="205" name="Picture 57" descr="Picture2"/>
            <p:cNvPicPr>
              <a:picLocks noChangeAspect="1" noChangeArrowheads="1"/>
            </p:cNvPicPr>
            <p:nvPr/>
          </p:nvPicPr>
          <p:blipFill>
            <a:blip r:embed="rId3" cstate="print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0800000" flipV="1">
              <a:off x="373" y="946"/>
              <a:ext cx="91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205"/>
          <p:cNvGrpSpPr/>
          <p:nvPr/>
        </p:nvGrpSpPr>
        <p:grpSpPr>
          <a:xfrm>
            <a:off x="81777" y="384036"/>
            <a:ext cx="338360" cy="323853"/>
            <a:chOff x="1935163" y="2262188"/>
            <a:chExt cx="2457450" cy="2460625"/>
          </a:xfrm>
          <a:solidFill>
            <a:schemeClr val="accent1"/>
          </a:solidFill>
        </p:grpSpPr>
        <p:sp>
          <p:nvSpPr>
            <p:cNvPr id="207" name="Freeform 13"/>
            <p:cNvSpPr>
              <a:spLocks/>
            </p:cNvSpPr>
            <p:nvPr/>
          </p:nvSpPr>
          <p:spPr bwMode="auto">
            <a:xfrm>
              <a:off x="1935163" y="2262188"/>
              <a:ext cx="2457450" cy="2460625"/>
            </a:xfrm>
            <a:custGeom>
              <a:avLst/>
              <a:gdLst>
                <a:gd name="T0" fmla="*/ 1548 w 1548"/>
                <a:gd name="T1" fmla="*/ 814 h 1550"/>
                <a:gd name="T2" fmla="*/ 1532 w 1548"/>
                <a:gd name="T3" fmla="*/ 930 h 1550"/>
                <a:gd name="T4" fmla="*/ 1502 w 1548"/>
                <a:gd name="T5" fmla="*/ 1042 h 1550"/>
                <a:gd name="T6" fmla="*/ 1454 w 1548"/>
                <a:gd name="T7" fmla="*/ 1144 h 1550"/>
                <a:gd name="T8" fmla="*/ 1394 w 1548"/>
                <a:gd name="T9" fmla="*/ 1238 h 1550"/>
                <a:gd name="T10" fmla="*/ 1322 w 1548"/>
                <a:gd name="T11" fmla="*/ 1322 h 1550"/>
                <a:gd name="T12" fmla="*/ 1238 w 1548"/>
                <a:gd name="T13" fmla="*/ 1396 h 1550"/>
                <a:gd name="T14" fmla="*/ 1144 w 1548"/>
                <a:gd name="T15" fmla="*/ 1456 h 1550"/>
                <a:gd name="T16" fmla="*/ 1040 w 1548"/>
                <a:gd name="T17" fmla="*/ 1502 h 1550"/>
                <a:gd name="T18" fmla="*/ 930 w 1548"/>
                <a:gd name="T19" fmla="*/ 1534 h 1550"/>
                <a:gd name="T20" fmla="*/ 814 w 1548"/>
                <a:gd name="T21" fmla="*/ 1548 h 1550"/>
                <a:gd name="T22" fmla="*/ 734 w 1548"/>
                <a:gd name="T23" fmla="*/ 1548 h 1550"/>
                <a:gd name="T24" fmla="*/ 618 w 1548"/>
                <a:gd name="T25" fmla="*/ 1534 h 1550"/>
                <a:gd name="T26" fmla="*/ 508 w 1548"/>
                <a:gd name="T27" fmla="*/ 1502 h 1550"/>
                <a:gd name="T28" fmla="*/ 404 w 1548"/>
                <a:gd name="T29" fmla="*/ 1456 h 1550"/>
                <a:gd name="T30" fmla="*/ 310 w 1548"/>
                <a:gd name="T31" fmla="*/ 1396 h 1550"/>
                <a:gd name="T32" fmla="*/ 226 w 1548"/>
                <a:gd name="T33" fmla="*/ 1322 h 1550"/>
                <a:gd name="T34" fmla="*/ 154 w 1548"/>
                <a:gd name="T35" fmla="*/ 1238 h 1550"/>
                <a:gd name="T36" fmla="*/ 92 w 1548"/>
                <a:gd name="T37" fmla="*/ 1144 h 1550"/>
                <a:gd name="T38" fmla="*/ 46 w 1548"/>
                <a:gd name="T39" fmla="*/ 1042 h 1550"/>
                <a:gd name="T40" fmla="*/ 14 w 1548"/>
                <a:gd name="T41" fmla="*/ 930 h 1550"/>
                <a:gd name="T42" fmla="*/ 0 w 1548"/>
                <a:gd name="T43" fmla="*/ 814 h 1550"/>
                <a:gd name="T44" fmla="*/ 0 w 1548"/>
                <a:gd name="T45" fmla="*/ 734 h 1550"/>
                <a:gd name="T46" fmla="*/ 14 w 1548"/>
                <a:gd name="T47" fmla="*/ 618 h 1550"/>
                <a:gd name="T48" fmla="*/ 46 w 1548"/>
                <a:gd name="T49" fmla="*/ 508 h 1550"/>
                <a:gd name="T50" fmla="*/ 92 w 1548"/>
                <a:gd name="T51" fmla="*/ 406 h 1550"/>
                <a:gd name="T52" fmla="*/ 154 w 1548"/>
                <a:gd name="T53" fmla="*/ 312 h 1550"/>
                <a:gd name="T54" fmla="*/ 226 w 1548"/>
                <a:gd name="T55" fmla="*/ 226 h 1550"/>
                <a:gd name="T56" fmla="*/ 310 w 1548"/>
                <a:gd name="T57" fmla="*/ 154 h 1550"/>
                <a:gd name="T58" fmla="*/ 404 w 1548"/>
                <a:gd name="T59" fmla="*/ 94 h 1550"/>
                <a:gd name="T60" fmla="*/ 508 w 1548"/>
                <a:gd name="T61" fmla="*/ 48 h 1550"/>
                <a:gd name="T62" fmla="*/ 618 w 1548"/>
                <a:gd name="T63" fmla="*/ 16 h 1550"/>
                <a:gd name="T64" fmla="*/ 734 w 1548"/>
                <a:gd name="T65" fmla="*/ 2 h 1550"/>
                <a:gd name="T66" fmla="*/ 814 w 1548"/>
                <a:gd name="T67" fmla="*/ 2 h 1550"/>
                <a:gd name="T68" fmla="*/ 930 w 1548"/>
                <a:gd name="T69" fmla="*/ 16 h 1550"/>
                <a:gd name="T70" fmla="*/ 1040 w 1548"/>
                <a:gd name="T71" fmla="*/ 48 h 1550"/>
                <a:gd name="T72" fmla="*/ 1144 w 1548"/>
                <a:gd name="T73" fmla="*/ 94 h 1550"/>
                <a:gd name="T74" fmla="*/ 1238 w 1548"/>
                <a:gd name="T75" fmla="*/ 154 h 1550"/>
                <a:gd name="T76" fmla="*/ 1322 w 1548"/>
                <a:gd name="T77" fmla="*/ 226 h 1550"/>
                <a:gd name="T78" fmla="*/ 1394 w 1548"/>
                <a:gd name="T79" fmla="*/ 312 h 1550"/>
                <a:gd name="T80" fmla="*/ 1454 w 1548"/>
                <a:gd name="T81" fmla="*/ 406 h 1550"/>
                <a:gd name="T82" fmla="*/ 1502 w 1548"/>
                <a:gd name="T83" fmla="*/ 508 h 1550"/>
                <a:gd name="T84" fmla="*/ 1532 w 1548"/>
                <a:gd name="T85" fmla="*/ 618 h 1550"/>
                <a:gd name="T86" fmla="*/ 1548 w 1548"/>
                <a:gd name="T87" fmla="*/ 734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48" h="1550">
                  <a:moveTo>
                    <a:pt x="1548" y="774"/>
                  </a:moveTo>
                  <a:lnTo>
                    <a:pt x="1548" y="774"/>
                  </a:lnTo>
                  <a:lnTo>
                    <a:pt x="1548" y="814"/>
                  </a:lnTo>
                  <a:lnTo>
                    <a:pt x="1544" y="854"/>
                  </a:lnTo>
                  <a:lnTo>
                    <a:pt x="1540" y="892"/>
                  </a:lnTo>
                  <a:lnTo>
                    <a:pt x="1532" y="930"/>
                  </a:lnTo>
                  <a:lnTo>
                    <a:pt x="1524" y="968"/>
                  </a:lnTo>
                  <a:lnTo>
                    <a:pt x="1514" y="1006"/>
                  </a:lnTo>
                  <a:lnTo>
                    <a:pt x="1502" y="1042"/>
                  </a:lnTo>
                  <a:lnTo>
                    <a:pt x="1488" y="1076"/>
                  </a:lnTo>
                  <a:lnTo>
                    <a:pt x="1472" y="1110"/>
                  </a:lnTo>
                  <a:lnTo>
                    <a:pt x="1454" y="1144"/>
                  </a:lnTo>
                  <a:lnTo>
                    <a:pt x="1436" y="1176"/>
                  </a:lnTo>
                  <a:lnTo>
                    <a:pt x="1416" y="1208"/>
                  </a:lnTo>
                  <a:lnTo>
                    <a:pt x="1394" y="1238"/>
                  </a:lnTo>
                  <a:lnTo>
                    <a:pt x="1372" y="1268"/>
                  </a:lnTo>
                  <a:lnTo>
                    <a:pt x="1348" y="1296"/>
                  </a:lnTo>
                  <a:lnTo>
                    <a:pt x="1322" y="1322"/>
                  </a:lnTo>
                  <a:lnTo>
                    <a:pt x="1294" y="1348"/>
                  </a:lnTo>
                  <a:lnTo>
                    <a:pt x="1266" y="1372"/>
                  </a:lnTo>
                  <a:lnTo>
                    <a:pt x="1238" y="1396"/>
                  </a:lnTo>
                  <a:lnTo>
                    <a:pt x="1206" y="1418"/>
                  </a:lnTo>
                  <a:lnTo>
                    <a:pt x="1176" y="1438"/>
                  </a:lnTo>
                  <a:lnTo>
                    <a:pt x="1144" y="1456"/>
                  </a:lnTo>
                  <a:lnTo>
                    <a:pt x="1110" y="1472"/>
                  </a:lnTo>
                  <a:lnTo>
                    <a:pt x="1076" y="1488"/>
                  </a:lnTo>
                  <a:lnTo>
                    <a:pt x="1040" y="1502"/>
                  </a:lnTo>
                  <a:lnTo>
                    <a:pt x="1004" y="1514"/>
                  </a:lnTo>
                  <a:lnTo>
                    <a:pt x="968" y="1524"/>
                  </a:lnTo>
                  <a:lnTo>
                    <a:pt x="930" y="1534"/>
                  </a:lnTo>
                  <a:lnTo>
                    <a:pt x="892" y="1540"/>
                  </a:lnTo>
                  <a:lnTo>
                    <a:pt x="854" y="1546"/>
                  </a:lnTo>
                  <a:lnTo>
                    <a:pt x="814" y="1548"/>
                  </a:lnTo>
                  <a:lnTo>
                    <a:pt x="774" y="1550"/>
                  </a:lnTo>
                  <a:lnTo>
                    <a:pt x="774" y="1550"/>
                  </a:lnTo>
                  <a:lnTo>
                    <a:pt x="734" y="1548"/>
                  </a:lnTo>
                  <a:lnTo>
                    <a:pt x="694" y="1546"/>
                  </a:lnTo>
                  <a:lnTo>
                    <a:pt x="656" y="1540"/>
                  </a:lnTo>
                  <a:lnTo>
                    <a:pt x="618" y="1534"/>
                  </a:lnTo>
                  <a:lnTo>
                    <a:pt x="580" y="1524"/>
                  </a:lnTo>
                  <a:lnTo>
                    <a:pt x="544" y="1514"/>
                  </a:lnTo>
                  <a:lnTo>
                    <a:pt x="508" y="1502"/>
                  </a:lnTo>
                  <a:lnTo>
                    <a:pt x="472" y="1488"/>
                  </a:lnTo>
                  <a:lnTo>
                    <a:pt x="438" y="1472"/>
                  </a:lnTo>
                  <a:lnTo>
                    <a:pt x="404" y="1456"/>
                  </a:lnTo>
                  <a:lnTo>
                    <a:pt x="372" y="1438"/>
                  </a:lnTo>
                  <a:lnTo>
                    <a:pt x="340" y="1418"/>
                  </a:lnTo>
                  <a:lnTo>
                    <a:pt x="310" y="1396"/>
                  </a:lnTo>
                  <a:lnTo>
                    <a:pt x="282" y="1372"/>
                  </a:lnTo>
                  <a:lnTo>
                    <a:pt x="252" y="1348"/>
                  </a:lnTo>
                  <a:lnTo>
                    <a:pt x="226" y="1322"/>
                  </a:lnTo>
                  <a:lnTo>
                    <a:pt x="200" y="1296"/>
                  </a:lnTo>
                  <a:lnTo>
                    <a:pt x="176" y="1268"/>
                  </a:lnTo>
                  <a:lnTo>
                    <a:pt x="154" y="1238"/>
                  </a:lnTo>
                  <a:lnTo>
                    <a:pt x="132" y="1208"/>
                  </a:lnTo>
                  <a:lnTo>
                    <a:pt x="112" y="1176"/>
                  </a:lnTo>
                  <a:lnTo>
                    <a:pt x="92" y="1144"/>
                  </a:lnTo>
                  <a:lnTo>
                    <a:pt x="76" y="1110"/>
                  </a:lnTo>
                  <a:lnTo>
                    <a:pt x="60" y="1076"/>
                  </a:lnTo>
                  <a:lnTo>
                    <a:pt x="46" y="1042"/>
                  </a:lnTo>
                  <a:lnTo>
                    <a:pt x="34" y="1006"/>
                  </a:lnTo>
                  <a:lnTo>
                    <a:pt x="24" y="968"/>
                  </a:lnTo>
                  <a:lnTo>
                    <a:pt x="14" y="930"/>
                  </a:lnTo>
                  <a:lnTo>
                    <a:pt x="8" y="892"/>
                  </a:lnTo>
                  <a:lnTo>
                    <a:pt x="4" y="854"/>
                  </a:lnTo>
                  <a:lnTo>
                    <a:pt x="0" y="814"/>
                  </a:lnTo>
                  <a:lnTo>
                    <a:pt x="0" y="774"/>
                  </a:lnTo>
                  <a:lnTo>
                    <a:pt x="0" y="774"/>
                  </a:lnTo>
                  <a:lnTo>
                    <a:pt x="0" y="734"/>
                  </a:lnTo>
                  <a:lnTo>
                    <a:pt x="4" y="696"/>
                  </a:lnTo>
                  <a:lnTo>
                    <a:pt x="8" y="656"/>
                  </a:lnTo>
                  <a:lnTo>
                    <a:pt x="14" y="618"/>
                  </a:lnTo>
                  <a:lnTo>
                    <a:pt x="24" y="582"/>
                  </a:lnTo>
                  <a:lnTo>
                    <a:pt x="34" y="544"/>
                  </a:lnTo>
                  <a:lnTo>
                    <a:pt x="46" y="508"/>
                  </a:lnTo>
                  <a:lnTo>
                    <a:pt x="60" y="474"/>
                  </a:lnTo>
                  <a:lnTo>
                    <a:pt x="76" y="438"/>
                  </a:lnTo>
                  <a:lnTo>
                    <a:pt x="92" y="406"/>
                  </a:lnTo>
                  <a:lnTo>
                    <a:pt x="112" y="374"/>
                  </a:lnTo>
                  <a:lnTo>
                    <a:pt x="132" y="342"/>
                  </a:lnTo>
                  <a:lnTo>
                    <a:pt x="154" y="312"/>
                  </a:lnTo>
                  <a:lnTo>
                    <a:pt x="176" y="282"/>
                  </a:lnTo>
                  <a:lnTo>
                    <a:pt x="200" y="254"/>
                  </a:lnTo>
                  <a:lnTo>
                    <a:pt x="226" y="226"/>
                  </a:lnTo>
                  <a:lnTo>
                    <a:pt x="252" y="202"/>
                  </a:lnTo>
                  <a:lnTo>
                    <a:pt x="282" y="176"/>
                  </a:lnTo>
                  <a:lnTo>
                    <a:pt x="310" y="154"/>
                  </a:lnTo>
                  <a:lnTo>
                    <a:pt x="340" y="132"/>
                  </a:lnTo>
                  <a:lnTo>
                    <a:pt x="372" y="112"/>
                  </a:lnTo>
                  <a:lnTo>
                    <a:pt x="404" y="94"/>
                  </a:lnTo>
                  <a:lnTo>
                    <a:pt x="438" y="76"/>
                  </a:lnTo>
                  <a:lnTo>
                    <a:pt x="472" y="60"/>
                  </a:lnTo>
                  <a:lnTo>
                    <a:pt x="508" y="48"/>
                  </a:lnTo>
                  <a:lnTo>
                    <a:pt x="544" y="34"/>
                  </a:lnTo>
                  <a:lnTo>
                    <a:pt x="580" y="24"/>
                  </a:lnTo>
                  <a:lnTo>
                    <a:pt x="618" y="16"/>
                  </a:lnTo>
                  <a:lnTo>
                    <a:pt x="656" y="10"/>
                  </a:lnTo>
                  <a:lnTo>
                    <a:pt x="694" y="4"/>
                  </a:lnTo>
                  <a:lnTo>
                    <a:pt x="734" y="2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814" y="2"/>
                  </a:lnTo>
                  <a:lnTo>
                    <a:pt x="854" y="4"/>
                  </a:lnTo>
                  <a:lnTo>
                    <a:pt x="892" y="10"/>
                  </a:lnTo>
                  <a:lnTo>
                    <a:pt x="930" y="16"/>
                  </a:lnTo>
                  <a:lnTo>
                    <a:pt x="968" y="24"/>
                  </a:lnTo>
                  <a:lnTo>
                    <a:pt x="1004" y="34"/>
                  </a:lnTo>
                  <a:lnTo>
                    <a:pt x="1040" y="48"/>
                  </a:lnTo>
                  <a:lnTo>
                    <a:pt x="1076" y="60"/>
                  </a:lnTo>
                  <a:lnTo>
                    <a:pt x="1110" y="76"/>
                  </a:lnTo>
                  <a:lnTo>
                    <a:pt x="1144" y="94"/>
                  </a:lnTo>
                  <a:lnTo>
                    <a:pt x="1176" y="112"/>
                  </a:lnTo>
                  <a:lnTo>
                    <a:pt x="1206" y="132"/>
                  </a:lnTo>
                  <a:lnTo>
                    <a:pt x="1238" y="154"/>
                  </a:lnTo>
                  <a:lnTo>
                    <a:pt x="1266" y="176"/>
                  </a:lnTo>
                  <a:lnTo>
                    <a:pt x="1294" y="202"/>
                  </a:lnTo>
                  <a:lnTo>
                    <a:pt x="1322" y="226"/>
                  </a:lnTo>
                  <a:lnTo>
                    <a:pt x="1348" y="254"/>
                  </a:lnTo>
                  <a:lnTo>
                    <a:pt x="1372" y="282"/>
                  </a:lnTo>
                  <a:lnTo>
                    <a:pt x="1394" y="312"/>
                  </a:lnTo>
                  <a:lnTo>
                    <a:pt x="1416" y="342"/>
                  </a:lnTo>
                  <a:lnTo>
                    <a:pt x="1436" y="374"/>
                  </a:lnTo>
                  <a:lnTo>
                    <a:pt x="1454" y="406"/>
                  </a:lnTo>
                  <a:lnTo>
                    <a:pt x="1472" y="438"/>
                  </a:lnTo>
                  <a:lnTo>
                    <a:pt x="1488" y="474"/>
                  </a:lnTo>
                  <a:lnTo>
                    <a:pt x="1502" y="508"/>
                  </a:lnTo>
                  <a:lnTo>
                    <a:pt x="1514" y="544"/>
                  </a:lnTo>
                  <a:lnTo>
                    <a:pt x="1524" y="582"/>
                  </a:lnTo>
                  <a:lnTo>
                    <a:pt x="1532" y="618"/>
                  </a:lnTo>
                  <a:lnTo>
                    <a:pt x="1540" y="656"/>
                  </a:lnTo>
                  <a:lnTo>
                    <a:pt x="1544" y="696"/>
                  </a:lnTo>
                  <a:lnTo>
                    <a:pt x="1548" y="734"/>
                  </a:lnTo>
                  <a:lnTo>
                    <a:pt x="1548" y="774"/>
                  </a:lnTo>
                  <a:lnTo>
                    <a:pt x="1548" y="7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8" name="Freeform 14"/>
            <p:cNvSpPr>
              <a:spLocks noEditPoints="1"/>
            </p:cNvSpPr>
            <p:nvPr/>
          </p:nvSpPr>
          <p:spPr bwMode="auto">
            <a:xfrm>
              <a:off x="2071688" y="2398713"/>
              <a:ext cx="2184400" cy="2184400"/>
            </a:xfrm>
            <a:custGeom>
              <a:avLst/>
              <a:gdLst>
                <a:gd name="T0" fmla="*/ 620 w 1376"/>
                <a:gd name="T1" fmla="*/ 4 h 1376"/>
                <a:gd name="T2" fmla="*/ 350 w 1376"/>
                <a:gd name="T3" fmla="*/ 90 h 1376"/>
                <a:gd name="T4" fmla="*/ 140 w 1376"/>
                <a:gd name="T5" fmla="*/ 272 h 1376"/>
                <a:gd name="T6" fmla="*/ 20 w 1376"/>
                <a:gd name="T7" fmla="*/ 526 h 1376"/>
                <a:gd name="T8" fmla="*/ 0 w 1376"/>
                <a:gd name="T9" fmla="*/ 724 h 1376"/>
                <a:gd name="T10" fmla="*/ 48 w 1376"/>
                <a:gd name="T11" fmla="*/ 942 h 1376"/>
                <a:gd name="T12" fmla="*/ 202 w 1376"/>
                <a:gd name="T13" fmla="*/ 1174 h 1376"/>
                <a:gd name="T14" fmla="*/ 434 w 1376"/>
                <a:gd name="T15" fmla="*/ 1328 h 1376"/>
                <a:gd name="T16" fmla="*/ 654 w 1376"/>
                <a:gd name="T17" fmla="*/ 1376 h 1376"/>
                <a:gd name="T18" fmla="*/ 850 w 1376"/>
                <a:gd name="T19" fmla="*/ 1358 h 1376"/>
                <a:gd name="T20" fmla="*/ 1104 w 1376"/>
                <a:gd name="T21" fmla="*/ 1236 h 1376"/>
                <a:gd name="T22" fmla="*/ 1286 w 1376"/>
                <a:gd name="T23" fmla="*/ 1028 h 1376"/>
                <a:gd name="T24" fmla="*/ 1372 w 1376"/>
                <a:gd name="T25" fmla="*/ 756 h 1376"/>
                <a:gd name="T26" fmla="*/ 1372 w 1376"/>
                <a:gd name="T27" fmla="*/ 622 h 1376"/>
                <a:gd name="T28" fmla="*/ 1286 w 1376"/>
                <a:gd name="T29" fmla="*/ 350 h 1376"/>
                <a:gd name="T30" fmla="*/ 1104 w 1376"/>
                <a:gd name="T31" fmla="*/ 142 h 1376"/>
                <a:gd name="T32" fmla="*/ 850 w 1376"/>
                <a:gd name="T33" fmla="*/ 20 h 1376"/>
                <a:gd name="T34" fmla="*/ 450 w 1376"/>
                <a:gd name="T35" fmla="*/ 154 h 1376"/>
                <a:gd name="T36" fmla="*/ 282 w 1376"/>
                <a:gd name="T37" fmla="*/ 384 h 1376"/>
                <a:gd name="T38" fmla="*/ 128 w 1376"/>
                <a:gd name="T39" fmla="*/ 424 h 1376"/>
                <a:gd name="T40" fmla="*/ 332 w 1376"/>
                <a:gd name="T41" fmla="*/ 184 h 1376"/>
                <a:gd name="T42" fmla="*/ 328 w 1376"/>
                <a:gd name="T43" fmla="*/ 490 h 1376"/>
                <a:gd name="T44" fmla="*/ 106 w 1376"/>
                <a:gd name="T45" fmla="*/ 590 h 1376"/>
                <a:gd name="T46" fmla="*/ 338 w 1376"/>
                <a:gd name="T47" fmla="*/ 438 h 1376"/>
                <a:gd name="T48" fmla="*/ 240 w 1376"/>
                <a:gd name="T49" fmla="*/ 896 h 1376"/>
                <a:gd name="T50" fmla="*/ 80 w 1376"/>
                <a:gd name="T51" fmla="*/ 740 h 1376"/>
                <a:gd name="T52" fmla="*/ 246 w 1376"/>
                <a:gd name="T53" fmla="*/ 978 h 1376"/>
                <a:gd name="T54" fmla="*/ 432 w 1376"/>
                <a:gd name="T55" fmla="*/ 1194 h 1376"/>
                <a:gd name="T56" fmla="*/ 332 w 1376"/>
                <a:gd name="T57" fmla="*/ 1194 h 1376"/>
                <a:gd name="T58" fmla="*/ 128 w 1376"/>
                <a:gd name="T59" fmla="*/ 954 h 1376"/>
                <a:gd name="T60" fmla="*/ 590 w 1376"/>
                <a:gd name="T61" fmla="*/ 1272 h 1376"/>
                <a:gd name="T62" fmla="*/ 438 w 1376"/>
                <a:gd name="T63" fmla="*/ 1040 h 1376"/>
                <a:gd name="T64" fmla="*/ 530 w 1376"/>
                <a:gd name="T65" fmla="*/ 984 h 1376"/>
                <a:gd name="T66" fmla="*/ 654 w 1376"/>
                <a:gd name="T67" fmla="*/ 994 h 1376"/>
                <a:gd name="T68" fmla="*/ 470 w 1376"/>
                <a:gd name="T69" fmla="*/ 404 h 1376"/>
                <a:gd name="T70" fmla="*/ 490 w 1376"/>
                <a:gd name="T71" fmla="*/ 328 h 1376"/>
                <a:gd name="T72" fmla="*/ 574 w 1376"/>
                <a:gd name="T73" fmla="*/ 118 h 1376"/>
                <a:gd name="T74" fmla="*/ 1250 w 1376"/>
                <a:gd name="T75" fmla="*/ 470 h 1376"/>
                <a:gd name="T76" fmla="*/ 1006 w 1376"/>
                <a:gd name="T77" fmla="*/ 320 h 1376"/>
                <a:gd name="T78" fmla="*/ 920 w 1376"/>
                <a:gd name="T79" fmla="*/ 116 h 1376"/>
                <a:gd name="T80" fmla="*/ 1172 w 1376"/>
                <a:gd name="T81" fmla="*/ 304 h 1376"/>
                <a:gd name="T82" fmla="*/ 722 w 1376"/>
                <a:gd name="T83" fmla="*/ 76 h 1376"/>
                <a:gd name="T84" fmla="*/ 872 w 1376"/>
                <a:gd name="T85" fmla="*/ 198 h 1376"/>
                <a:gd name="T86" fmla="*/ 722 w 1376"/>
                <a:gd name="T87" fmla="*/ 76 h 1376"/>
                <a:gd name="T88" fmla="*/ 984 w 1376"/>
                <a:gd name="T89" fmla="*/ 530 h 1376"/>
                <a:gd name="T90" fmla="*/ 984 w 1376"/>
                <a:gd name="T91" fmla="*/ 848 h 1376"/>
                <a:gd name="T92" fmla="*/ 722 w 1376"/>
                <a:gd name="T93" fmla="*/ 1302 h 1376"/>
                <a:gd name="T94" fmla="*/ 896 w 1376"/>
                <a:gd name="T95" fmla="*/ 1136 h 1376"/>
                <a:gd name="T96" fmla="*/ 738 w 1376"/>
                <a:gd name="T97" fmla="*/ 1296 h 1376"/>
                <a:gd name="T98" fmla="*/ 978 w 1376"/>
                <a:gd name="T99" fmla="*/ 1130 h 1376"/>
                <a:gd name="T100" fmla="*/ 1194 w 1376"/>
                <a:gd name="T101" fmla="*/ 946 h 1376"/>
                <a:gd name="T102" fmla="*/ 1194 w 1376"/>
                <a:gd name="T103" fmla="*/ 1044 h 1376"/>
                <a:gd name="T104" fmla="*/ 952 w 1376"/>
                <a:gd name="T105" fmla="*/ 1248 h 1376"/>
                <a:gd name="T106" fmla="*/ 1062 w 1376"/>
                <a:gd name="T107" fmla="*/ 724 h 1376"/>
                <a:gd name="T108" fmla="*/ 1230 w 1376"/>
                <a:gd name="T109" fmla="*/ 832 h 1376"/>
                <a:gd name="T110" fmla="*/ 1060 w 1376"/>
                <a:gd name="T111" fmla="*/ 598 h 1376"/>
                <a:gd name="T112" fmla="*/ 1230 w 1376"/>
                <a:gd name="T113" fmla="*/ 54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6" h="1376">
                  <a:moveTo>
                    <a:pt x="722" y="2"/>
                  </a:moveTo>
                  <a:lnTo>
                    <a:pt x="722" y="2"/>
                  </a:lnTo>
                  <a:lnTo>
                    <a:pt x="722" y="2"/>
                  </a:lnTo>
                  <a:lnTo>
                    <a:pt x="688" y="0"/>
                  </a:lnTo>
                  <a:lnTo>
                    <a:pt x="688" y="0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54" y="2"/>
                  </a:lnTo>
                  <a:lnTo>
                    <a:pt x="620" y="4"/>
                  </a:lnTo>
                  <a:lnTo>
                    <a:pt x="588" y="8"/>
                  </a:lnTo>
                  <a:lnTo>
                    <a:pt x="556" y="14"/>
                  </a:lnTo>
                  <a:lnTo>
                    <a:pt x="524" y="20"/>
                  </a:lnTo>
                  <a:lnTo>
                    <a:pt x="494" y="28"/>
                  </a:lnTo>
                  <a:lnTo>
                    <a:pt x="464" y="38"/>
                  </a:lnTo>
                  <a:lnTo>
                    <a:pt x="434" y="50"/>
                  </a:lnTo>
                  <a:lnTo>
                    <a:pt x="406" y="62"/>
                  </a:lnTo>
                  <a:lnTo>
                    <a:pt x="378" y="76"/>
                  </a:lnTo>
                  <a:lnTo>
                    <a:pt x="350" y="90"/>
                  </a:lnTo>
                  <a:lnTo>
                    <a:pt x="322" y="106"/>
                  </a:lnTo>
                  <a:lnTo>
                    <a:pt x="296" y="124"/>
                  </a:lnTo>
                  <a:lnTo>
                    <a:pt x="272" y="142"/>
                  </a:lnTo>
                  <a:lnTo>
                    <a:pt x="248" y="160"/>
                  </a:lnTo>
                  <a:lnTo>
                    <a:pt x="224" y="182"/>
                  </a:lnTo>
                  <a:lnTo>
                    <a:pt x="202" y="202"/>
                  </a:lnTo>
                  <a:lnTo>
                    <a:pt x="180" y="224"/>
                  </a:lnTo>
                  <a:lnTo>
                    <a:pt x="160" y="248"/>
                  </a:lnTo>
                  <a:lnTo>
                    <a:pt x="140" y="272"/>
                  </a:lnTo>
                  <a:lnTo>
                    <a:pt x="122" y="298"/>
                  </a:lnTo>
                  <a:lnTo>
                    <a:pt x="104" y="324"/>
                  </a:lnTo>
                  <a:lnTo>
                    <a:pt x="90" y="350"/>
                  </a:lnTo>
                  <a:lnTo>
                    <a:pt x="74" y="378"/>
                  </a:lnTo>
                  <a:lnTo>
                    <a:pt x="60" y="406"/>
                  </a:lnTo>
                  <a:lnTo>
                    <a:pt x="48" y="436"/>
                  </a:lnTo>
                  <a:lnTo>
                    <a:pt x="38" y="464"/>
                  </a:lnTo>
                  <a:lnTo>
                    <a:pt x="28" y="494"/>
                  </a:lnTo>
                  <a:lnTo>
                    <a:pt x="20" y="526"/>
                  </a:lnTo>
                  <a:lnTo>
                    <a:pt x="12" y="558"/>
                  </a:lnTo>
                  <a:lnTo>
                    <a:pt x="8" y="588"/>
                  </a:lnTo>
                  <a:lnTo>
                    <a:pt x="4" y="622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54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0" y="724"/>
                  </a:lnTo>
                  <a:lnTo>
                    <a:pt x="4" y="756"/>
                  </a:lnTo>
                  <a:lnTo>
                    <a:pt x="8" y="788"/>
                  </a:lnTo>
                  <a:lnTo>
                    <a:pt x="12" y="820"/>
                  </a:lnTo>
                  <a:lnTo>
                    <a:pt x="20" y="852"/>
                  </a:lnTo>
                  <a:lnTo>
                    <a:pt x="28" y="882"/>
                  </a:lnTo>
                  <a:lnTo>
                    <a:pt x="38" y="912"/>
                  </a:lnTo>
                  <a:lnTo>
                    <a:pt x="48" y="942"/>
                  </a:lnTo>
                  <a:lnTo>
                    <a:pt x="60" y="972"/>
                  </a:lnTo>
                  <a:lnTo>
                    <a:pt x="74" y="1000"/>
                  </a:lnTo>
                  <a:lnTo>
                    <a:pt x="90" y="1028"/>
                  </a:lnTo>
                  <a:lnTo>
                    <a:pt x="104" y="1054"/>
                  </a:lnTo>
                  <a:lnTo>
                    <a:pt x="122" y="1080"/>
                  </a:lnTo>
                  <a:lnTo>
                    <a:pt x="140" y="1104"/>
                  </a:lnTo>
                  <a:lnTo>
                    <a:pt x="160" y="1130"/>
                  </a:lnTo>
                  <a:lnTo>
                    <a:pt x="180" y="1152"/>
                  </a:lnTo>
                  <a:lnTo>
                    <a:pt x="202" y="1174"/>
                  </a:lnTo>
                  <a:lnTo>
                    <a:pt x="224" y="1196"/>
                  </a:lnTo>
                  <a:lnTo>
                    <a:pt x="248" y="1216"/>
                  </a:lnTo>
                  <a:lnTo>
                    <a:pt x="272" y="1236"/>
                  </a:lnTo>
                  <a:lnTo>
                    <a:pt x="296" y="1254"/>
                  </a:lnTo>
                  <a:lnTo>
                    <a:pt x="322" y="1272"/>
                  </a:lnTo>
                  <a:lnTo>
                    <a:pt x="350" y="1288"/>
                  </a:lnTo>
                  <a:lnTo>
                    <a:pt x="378" y="1302"/>
                  </a:lnTo>
                  <a:lnTo>
                    <a:pt x="406" y="1316"/>
                  </a:lnTo>
                  <a:lnTo>
                    <a:pt x="434" y="1328"/>
                  </a:lnTo>
                  <a:lnTo>
                    <a:pt x="464" y="1340"/>
                  </a:lnTo>
                  <a:lnTo>
                    <a:pt x="494" y="1348"/>
                  </a:lnTo>
                  <a:lnTo>
                    <a:pt x="524" y="1358"/>
                  </a:lnTo>
                  <a:lnTo>
                    <a:pt x="556" y="1364"/>
                  </a:lnTo>
                  <a:lnTo>
                    <a:pt x="588" y="1370"/>
                  </a:lnTo>
                  <a:lnTo>
                    <a:pt x="620" y="1374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54" y="1376"/>
                  </a:lnTo>
                  <a:lnTo>
                    <a:pt x="688" y="1376"/>
                  </a:lnTo>
                  <a:lnTo>
                    <a:pt x="688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22" y="1376"/>
                  </a:lnTo>
                  <a:lnTo>
                    <a:pt x="756" y="1374"/>
                  </a:lnTo>
                  <a:lnTo>
                    <a:pt x="788" y="1370"/>
                  </a:lnTo>
                  <a:lnTo>
                    <a:pt x="820" y="1364"/>
                  </a:lnTo>
                  <a:lnTo>
                    <a:pt x="850" y="1358"/>
                  </a:lnTo>
                  <a:lnTo>
                    <a:pt x="882" y="1348"/>
                  </a:lnTo>
                  <a:lnTo>
                    <a:pt x="912" y="1340"/>
                  </a:lnTo>
                  <a:lnTo>
                    <a:pt x="942" y="1328"/>
                  </a:lnTo>
                  <a:lnTo>
                    <a:pt x="970" y="1316"/>
                  </a:lnTo>
                  <a:lnTo>
                    <a:pt x="998" y="1302"/>
                  </a:lnTo>
                  <a:lnTo>
                    <a:pt x="1026" y="1288"/>
                  </a:lnTo>
                  <a:lnTo>
                    <a:pt x="1052" y="1272"/>
                  </a:lnTo>
                  <a:lnTo>
                    <a:pt x="1078" y="1254"/>
                  </a:lnTo>
                  <a:lnTo>
                    <a:pt x="1104" y="1236"/>
                  </a:lnTo>
                  <a:lnTo>
                    <a:pt x="1128" y="1216"/>
                  </a:lnTo>
                  <a:lnTo>
                    <a:pt x="1152" y="1196"/>
                  </a:lnTo>
                  <a:lnTo>
                    <a:pt x="1174" y="1174"/>
                  </a:lnTo>
                  <a:lnTo>
                    <a:pt x="1196" y="1152"/>
                  </a:lnTo>
                  <a:lnTo>
                    <a:pt x="1216" y="1130"/>
                  </a:lnTo>
                  <a:lnTo>
                    <a:pt x="1236" y="1104"/>
                  </a:lnTo>
                  <a:lnTo>
                    <a:pt x="1254" y="1080"/>
                  </a:lnTo>
                  <a:lnTo>
                    <a:pt x="1270" y="1054"/>
                  </a:lnTo>
                  <a:lnTo>
                    <a:pt x="1286" y="1028"/>
                  </a:lnTo>
                  <a:lnTo>
                    <a:pt x="1302" y="1000"/>
                  </a:lnTo>
                  <a:lnTo>
                    <a:pt x="1314" y="972"/>
                  </a:lnTo>
                  <a:lnTo>
                    <a:pt x="1328" y="942"/>
                  </a:lnTo>
                  <a:lnTo>
                    <a:pt x="1338" y="912"/>
                  </a:lnTo>
                  <a:lnTo>
                    <a:pt x="1348" y="882"/>
                  </a:lnTo>
                  <a:lnTo>
                    <a:pt x="1356" y="852"/>
                  </a:lnTo>
                  <a:lnTo>
                    <a:pt x="1364" y="820"/>
                  </a:lnTo>
                  <a:lnTo>
                    <a:pt x="1368" y="788"/>
                  </a:lnTo>
                  <a:lnTo>
                    <a:pt x="1372" y="756"/>
                  </a:lnTo>
                  <a:lnTo>
                    <a:pt x="1374" y="724"/>
                  </a:lnTo>
                  <a:lnTo>
                    <a:pt x="1376" y="724"/>
                  </a:lnTo>
                  <a:lnTo>
                    <a:pt x="1376" y="724"/>
                  </a:lnTo>
                  <a:lnTo>
                    <a:pt x="1376" y="688"/>
                  </a:lnTo>
                  <a:lnTo>
                    <a:pt x="1376" y="688"/>
                  </a:lnTo>
                  <a:lnTo>
                    <a:pt x="1376" y="654"/>
                  </a:lnTo>
                  <a:lnTo>
                    <a:pt x="1374" y="654"/>
                  </a:lnTo>
                  <a:lnTo>
                    <a:pt x="1374" y="654"/>
                  </a:lnTo>
                  <a:lnTo>
                    <a:pt x="1372" y="622"/>
                  </a:lnTo>
                  <a:lnTo>
                    <a:pt x="1368" y="588"/>
                  </a:lnTo>
                  <a:lnTo>
                    <a:pt x="1364" y="558"/>
                  </a:lnTo>
                  <a:lnTo>
                    <a:pt x="1356" y="526"/>
                  </a:lnTo>
                  <a:lnTo>
                    <a:pt x="1348" y="494"/>
                  </a:lnTo>
                  <a:lnTo>
                    <a:pt x="1338" y="464"/>
                  </a:lnTo>
                  <a:lnTo>
                    <a:pt x="1328" y="436"/>
                  </a:lnTo>
                  <a:lnTo>
                    <a:pt x="1314" y="406"/>
                  </a:lnTo>
                  <a:lnTo>
                    <a:pt x="1302" y="378"/>
                  </a:lnTo>
                  <a:lnTo>
                    <a:pt x="1286" y="350"/>
                  </a:lnTo>
                  <a:lnTo>
                    <a:pt x="1270" y="324"/>
                  </a:lnTo>
                  <a:lnTo>
                    <a:pt x="1254" y="298"/>
                  </a:lnTo>
                  <a:lnTo>
                    <a:pt x="1236" y="272"/>
                  </a:lnTo>
                  <a:lnTo>
                    <a:pt x="1216" y="248"/>
                  </a:lnTo>
                  <a:lnTo>
                    <a:pt x="1196" y="224"/>
                  </a:lnTo>
                  <a:lnTo>
                    <a:pt x="1174" y="202"/>
                  </a:lnTo>
                  <a:lnTo>
                    <a:pt x="1152" y="182"/>
                  </a:lnTo>
                  <a:lnTo>
                    <a:pt x="1128" y="160"/>
                  </a:lnTo>
                  <a:lnTo>
                    <a:pt x="1104" y="142"/>
                  </a:lnTo>
                  <a:lnTo>
                    <a:pt x="1078" y="124"/>
                  </a:lnTo>
                  <a:lnTo>
                    <a:pt x="1052" y="106"/>
                  </a:lnTo>
                  <a:lnTo>
                    <a:pt x="1026" y="90"/>
                  </a:lnTo>
                  <a:lnTo>
                    <a:pt x="998" y="76"/>
                  </a:lnTo>
                  <a:lnTo>
                    <a:pt x="970" y="62"/>
                  </a:lnTo>
                  <a:lnTo>
                    <a:pt x="942" y="50"/>
                  </a:lnTo>
                  <a:lnTo>
                    <a:pt x="912" y="38"/>
                  </a:lnTo>
                  <a:lnTo>
                    <a:pt x="882" y="28"/>
                  </a:lnTo>
                  <a:lnTo>
                    <a:pt x="850" y="20"/>
                  </a:lnTo>
                  <a:lnTo>
                    <a:pt x="820" y="14"/>
                  </a:lnTo>
                  <a:lnTo>
                    <a:pt x="788" y="8"/>
                  </a:lnTo>
                  <a:lnTo>
                    <a:pt x="756" y="4"/>
                  </a:lnTo>
                  <a:lnTo>
                    <a:pt x="722" y="2"/>
                  </a:lnTo>
                  <a:lnTo>
                    <a:pt x="722" y="2"/>
                  </a:lnTo>
                  <a:close/>
                  <a:moveTo>
                    <a:pt x="490" y="102"/>
                  </a:moveTo>
                  <a:lnTo>
                    <a:pt x="490" y="102"/>
                  </a:lnTo>
                  <a:lnTo>
                    <a:pt x="470" y="128"/>
                  </a:lnTo>
                  <a:lnTo>
                    <a:pt x="450" y="154"/>
                  </a:lnTo>
                  <a:lnTo>
                    <a:pt x="432" y="184"/>
                  </a:lnTo>
                  <a:lnTo>
                    <a:pt x="414" y="214"/>
                  </a:lnTo>
                  <a:lnTo>
                    <a:pt x="398" y="248"/>
                  </a:lnTo>
                  <a:lnTo>
                    <a:pt x="384" y="282"/>
                  </a:lnTo>
                  <a:lnTo>
                    <a:pt x="370" y="320"/>
                  </a:lnTo>
                  <a:lnTo>
                    <a:pt x="358" y="358"/>
                  </a:lnTo>
                  <a:lnTo>
                    <a:pt x="358" y="358"/>
                  </a:lnTo>
                  <a:lnTo>
                    <a:pt x="318" y="370"/>
                  </a:lnTo>
                  <a:lnTo>
                    <a:pt x="282" y="384"/>
                  </a:lnTo>
                  <a:lnTo>
                    <a:pt x="246" y="400"/>
                  </a:lnTo>
                  <a:lnTo>
                    <a:pt x="214" y="416"/>
                  </a:lnTo>
                  <a:lnTo>
                    <a:pt x="182" y="432"/>
                  </a:lnTo>
                  <a:lnTo>
                    <a:pt x="154" y="450"/>
                  </a:lnTo>
                  <a:lnTo>
                    <a:pt x="126" y="470"/>
                  </a:lnTo>
                  <a:lnTo>
                    <a:pt x="102" y="490"/>
                  </a:lnTo>
                  <a:lnTo>
                    <a:pt x="102" y="490"/>
                  </a:lnTo>
                  <a:lnTo>
                    <a:pt x="114" y="456"/>
                  </a:lnTo>
                  <a:lnTo>
                    <a:pt x="128" y="424"/>
                  </a:lnTo>
                  <a:lnTo>
                    <a:pt x="146" y="392"/>
                  </a:lnTo>
                  <a:lnTo>
                    <a:pt x="164" y="362"/>
                  </a:lnTo>
                  <a:lnTo>
                    <a:pt x="182" y="332"/>
                  </a:lnTo>
                  <a:lnTo>
                    <a:pt x="204" y="304"/>
                  </a:lnTo>
                  <a:lnTo>
                    <a:pt x="226" y="278"/>
                  </a:lnTo>
                  <a:lnTo>
                    <a:pt x="250" y="252"/>
                  </a:lnTo>
                  <a:lnTo>
                    <a:pt x="276" y="228"/>
                  </a:lnTo>
                  <a:lnTo>
                    <a:pt x="304" y="204"/>
                  </a:lnTo>
                  <a:lnTo>
                    <a:pt x="332" y="184"/>
                  </a:lnTo>
                  <a:lnTo>
                    <a:pt x="362" y="164"/>
                  </a:lnTo>
                  <a:lnTo>
                    <a:pt x="392" y="146"/>
                  </a:lnTo>
                  <a:lnTo>
                    <a:pt x="424" y="130"/>
                  </a:lnTo>
                  <a:lnTo>
                    <a:pt x="456" y="116"/>
                  </a:lnTo>
                  <a:lnTo>
                    <a:pt x="490" y="102"/>
                  </a:lnTo>
                  <a:lnTo>
                    <a:pt x="490" y="102"/>
                  </a:lnTo>
                  <a:close/>
                  <a:moveTo>
                    <a:pt x="338" y="438"/>
                  </a:moveTo>
                  <a:lnTo>
                    <a:pt x="338" y="438"/>
                  </a:lnTo>
                  <a:lnTo>
                    <a:pt x="328" y="490"/>
                  </a:lnTo>
                  <a:lnTo>
                    <a:pt x="320" y="544"/>
                  </a:lnTo>
                  <a:lnTo>
                    <a:pt x="316" y="598"/>
                  </a:lnTo>
                  <a:lnTo>
                    <a:pt x="312" y="654"/>
                  </a:lnTo>
                  <a:lnTo>
                    <a:pt x="76" y="654"/>
                  </a:lnTo>
                  <a:lnTo>
                    <a:pt x="76" y="654"/>
                  </a:lnTo>
                  <a:lnTo>
                    <a:pt x="80" y="638"/>
                  </a:lnTo>
                  <a:lnTo>
                    <a:pt x="86" y="622"/>
                  </a:lnTo>
                  <a:lnTo>
                    <a:pt x="96" y="606"/>
                  </a:lnTo>
                  <a:lnTo>
                    <a:pt x="106" y="590"/>
                  </a:lnTo>
                  <a:lnTo>
                    <a:pt x="116" y="576"/>
                  </a:lnTo>
                  <a:lnTo>
                    <a:pt x="130" y="560"/>
                  </a:lnTo>
                  <a:lnTo>
                    <a:pt x="144" y="546"/>
                  </a:lnTo>
                  <a:lnTo>
                    <a:pt x="162" y="532"/>
                  </a:lnTo>
                  <a:lnTo>
                    <a:pt x="198" y="506"/>
                  </a:lnTo>
                  <a:lnTo>
                    <a:pt x="240" y="480"/>
                  </a:lnTo>
                  <a:lnTo>
                    <a:pt x="286" y="458"/>
                  </a:lnTo>
                  <a:lnTo>
                    <a:pt x="338" y="438"/>
                  </a:lnTo>
                  <a:lnTo>
                    <a:pt x="338" y="438"/>
                  </a:lnTo>
                  <a:close/>
                  <a:moveTo>
                    <a:pt x="312" y="724"/>
                  </a:moveTo>
                  <a:lnTo>
                    <a:pt x="312" y="724"/>
                  </a:lnTo>
                  <a:lnTo>
                    <a:pt x="316" y="780"/>
                  </a:lnTo>
                  <a:lnTo>
                    <a:pt x="320" y="834"/>
                  </a:lnTo>
                  <a:lnTo>
                    <a:pt x="328" y="888"/>
                  </a:lnTo>
                  <a:lnTo>
                    <a:pt x="338" y="938"/>
                  </a:lnTo>
                  <a:lnTo>
                    <a:pt x="338" y="938"/>
                  </a:lnTo>
                  <a:lnTo>
                    <a:pt x="286" y="918"/>
                  </a:lnTo>
                  <a:lnTo>
                    <a:pt x="240" y="896"/>
                  </a:lnTo>
                  <a:lnTo>
                    <a:pt x="198" y="872"/>
                  </a:lnTo>
                  <a:lnTo>
                    <a:pt x="162" y="846"/>
                  </a:lnTo>
                  <a:lnTo>
                    <a:pt x="144" y="832"/>
                  </a:lnTo>
                  <a:lnTo>
                    <a:pt x="130" y="818"/>
                  </a:lnTo>
                  <a:lnTo>
                    <a:pt x="116" y="802"/>
                  </a:lnTo>
                  <a:lnTo>
                    <a:pt x="106" y="788"/>
                  </a:lnTo>
                  <a:lnTo>
                    <a:pt x="96" y="772"/>
                  </a:lnTo>
                  <a:lnTo>
                    <a:pt x="86" y="756"/>
                  </a:lnTo>
                  <a:lnTo>
                    <a:pt x="80" y="740"/>
                  </a:lnTo>
                  <a:lnTo>
                    <a:pt x="76" y="724"/>
                  </a:lnTo>
                  <a:lnTo>
                    <a:pt x="312" y="724"/>
                  </a:lnTo>
                  <a:close/>
                  <a:moveTo>
                    <a:pt x="102" y="886"/>
                  </a:moveTo>
                  <a:lnTo>
                    <a:pt x="102" y="886"/>
                  </a:lnTo>
                  <a:lnTo>
                    <a:pt x="126" y="908"/>
                  </a:lnTo>
                  <a:lnTo>
                    <a:pt x="154" y="926"/>
                  </a:lnTo>
                  <a:lnTo>
                    <a:pt x="182" y="946"/>
                  </a:lnTo>
                  <a:lnTo>
                    <a:pt x="214" y="962"/>
                  </a:lnTo>
                  <a:lnTo>
                    <a:pt x="246" y="978"/>
                  </a:lnTo>
                  <a:lnTo>
                    <a:pt x="282" y="994"/>
                  </a:lnTo>
                  <a:lnTo>
                    <a:pt x="318" y="1006"/>
                  </a:lnTo>
                  <a:lnTo>
                    <a:pt x="358" y="1020"/>
                  </a:lnTo>
                  <a:lnTo>
                    <a:pt x="358" y="1020"/>
                  </a:lnTo>
                  <a:lnTo>
                    <a:pt x="370" y="1058"/>
                  </a:lnTo>
                  <a:lnTo>
                    <a:pt x="384" y="1094"/>
                  </a:lnTo>
                  <a:lnTo>
                    <a:pt x="398" y="1130"/>
                  </a:lnTo>
                  <a:lnTo>
                    <a:pt x="414" y="1164"/>
                  </a:lnTo>
                  <a:lnTo>
                    <a:pt x="432" y="1194"/>
                  </a:lnTo>
                  <a:lnTo>
                    <a:pt x="450" y="1224"/>
                  </a:lnTo>
                  <a:lnTo>
                    <a:pt x="470" y="1250"/>
                  </a:lnTo>
                  <a:lnTo>
                    <a:pt x="490" y="1274"/>
                  </a:lnTo>
                  <a:lnTo>
                    <a:pt x="490" y="1274"/>
                  </a:lnTo>
                  <a:lnTo>
                    <a:pt x="456" y="1262"/>
                  </a:lnTo>
                  <a:lnTo>
                    <a:pt x="424" y="1248"/>
                  </a:lnTo>
                  <a:lnTo>
                    <a:pt x="392" y="1232"/>
                  </a:lnTo>
                  <a:lnTo>
                    <a:pt x="362" y="1214"/>
                  </a:lnTo>
                  <a:lnTo>
                    <a:pt x="332" y="1194"/>
                  </a:lnTo>
                  <a:lnTo>
                    <a:pt x="304" y="1172"/>
                  </a:lnTo>
                  <a:lnTo>
                    <a:pt x="276" y="1150"/>
                  </a:lnTo>
                  <a:lnTo>
                    <a:pt x="250" y="1126"/>
                  </a:lnTo>
                  <a:lnTo>
                    <a:pt x="226" y="1100"/>
                  </a:lnTo>
                  <a:lnTo>
                    <a:pt x="204" y="1074"/>
                  </a:lnTo>
                  <a:lnTo>
                    <a:pt x="182" y="1046"/>
                  </a:lnTo>
                  <a:lnTo>
                    <a:pt x="164" y="1016"/>
                  </a:lnTo>
                  <a:lnTo>
                    <a:pt x="146" y="984"/>
                  </a:lnTo>
                  <a:lnTo>
                    <a:pt x="128" y="954"/>
                  </a:lnTo>
                  <a:lnTo>
                    <a:pt x="114" y="920"/>
                  </a:lnTo>
                  <a:lnTo>
                    <a:pt x="102" y="886"/>
                  </a:lnTo>
                  <a:lnTo>
                    <a:pt x="102" y="886"/>
                  </a:lnTo>
                  <a:close/>
                  <a:moveTo>
                    <a:pt x="654" y="1302"/>
                  </a:moveTo>
                  <a:lnTo>
                    <a:pt x="654" y="1302"/>
                  </a:lnTo>
                  <a:lnTo>
                    <a:pt x="636" y="1296"/>
                  </a:lnTo>
                  <a:lnTo>
                    <a:pt x="620" y="1290"/>
                  </a:lnTo>
                  <a:lnTo>
                    <a:pt x="604" y="1282"/>
                  </a:lnTo>
                  <a:lnTo>
                    <a:pt x="590" y="1272"/>
                  </a:lnTo>
                  <a:lnTo>
                    <a:pt x="574" y="1260"/>
                  </a:lnTo>
                  <a:lnTo>
                    <a:pt x="560" y="1246"/>
                  </a:lnTo>
                  <a:lnTo>
                    <a:pt x="546" y="1232"/>
                  </a:lnTo>
                  <a:lnTo>
                    <a:pt x="532" y="1216"/>
                  </a:lnTo>
                  <a:lnTo>
                    <a:pt x="504" y="1178"/>
                  </a:lnTo>
                  <a:lnTo>
                    <a:pt x="480" y="1136"/>
                  </a:lnTo>
                  <a:lnTo>
                    <a:pt x="458" y="1090"/>
                  </a:lnTo>
                  <a:lnTo>
                    <a:pt x="438" y="1040"/>
                  </a:lnTo>
                  <a:lnTo>
                    <a:pt x="438" y="1040"/>
                  </a:lnTo>
                  <a:lnTo>
                    <a:pt x="490" y="1048"/>
                  </a:lnTo>
                  <a:lnTo>
                    <a:pt x="542" y="1056"/>
                  </a:lnTo>
                  <a:lnTo>
                    <a:pt x="596" y="1060"/>
                  </a:lnTo>
                  <a:lnTo>
                    <a:pt x="654" y="1064"/>
                  </a:lnTo>
                  <a:lnTo>
                    <a:pt x="654" y="1302"/>
                  </a:lnTo>
                  <a:close/>
                  <a:moveTo>
                    <a:pt x="654" y="994"/>
                  </a:moveTo>
                  <a:lnTo>
                    <a:pt x="654" y="994"/>
                  </a:lnTo>
                  <a:lnTo>
                    <a:pt x="590" y="990"/>
                  </a:lnTo>
                  <a:lnTo>
                    <a:pt x="530" y="984"/>
                  </a:lnTo>
                  <a:lnTo>
                    <a:pt x="470" y="974"/>
                  </a:lnTo>
                  <a:lnTo>
                    <a:pt x="414" y="962"/>
                  </a:lnTo>
                  <a:lnTo>
                    <a:pt x="414" y="962"/>
                  </a:lnTo>
                  <a:lnTo>
                    <a:pt x="402" y="906"/>
                  </a:lnTo>
                  <a:lnTo>
                    <a:pt x="392" y="848"/>
                  </a:lnTo>
                  <a:lnTo>
                    <a:pt x="386" y="786"/>
                  </a:lnTo>
                  <a:lnTo>
                    <a:pt x="382" y="724"/>
                  </a:lnTo>
                  <a:lnTo>
                    <a:pt x="654" y="724"/>
                  </a:lnTo>
                  <a:lnTo>
                    <a:pt x="654" y="994"/>
                  </a:lnTo>
                  <a:close/>
                  <a:moveTo>
                    <a:pt x="654" y="654"/>
                  </a:moveTo>
                  <a:lnTo>
                    <a:pt x="382" y="654"/>
                  </a:lnTo>
                  <a:lnTo>
                    <a:pt x="382" y="654"/>
                  </a:lnTo>
                  <a:lnTo>
                    <a:pt x="386" y="592"/>
                  </a:lnTo>
                  <a:lnTo>
                    <a:pt x="392" y="530"/>
                  </a:lnTo>
                  <a:lnTo>
                    <a:pt x="402" y="472"/>
                  </a:lnTo>
                  <a:lnTo>
                    <a:pt x="414" y="416"/>
                  </a:lnTo>
                  <a:lnTo>
                    <a:pt x="414" y="416"/>
                  </a:lnTo>
                  <a:lnTo>
                    <a:pt x="470" y="404"/>
                  </a:lnTo>
                  <a:lnTo>
                    <a:pt x="530" y="394"/>
                  </a:lnTo>
                  <a:lnTo>
                    <a:pt x="590" y="386"/>
                  </a:lnTo>
                  <a:lnTo>
                    <a:pt x="654" y="384"/>
                  </a:lnTo>
                  <a:lnTo>
                    <a:pt x="654" y="654"/>
                  </a:lnTo>
                  <a:close/>
                  <a:moveTo>
                    <a:pt x="654" y="314"/>
                  </a:moveTo>
                  <a:lnTo>
                    <a:pt x="654" y="314"/>
                  </a:lnTo>
                  <a:lnTo>
                    <a:pt x="596" y="316"/>
                  </a:lnTo>
                  <a:lnTo>
                    <a:pt x="542" y="322"/>
                  </a:lnTo>
                  <a:lnTo>
                    <a:pt x="490" y="328"/>
                  </a:lnTo>
                  <a:lnTo>
                    <a:pt x="438" y="338"/>
                  </a:lnTo>
                  <a:lnTo>
                    <a:pt x="438" y="338"/>
                  </a:lnTo>
                  <a:lnTo>
                    <a:pt x="458" y="288"/>
                  </a:lnTo>
                  <a:lnTo>
                    <a:pt x="480" y="240"/>
                  </a:lnTo>
                  <a:lnTo>
                    <a:pt x="504" y="198"/>
                  </a:lnTo>
                  <a:lnTo>
                    <a:pt x="532" y="162"/>
                  </a:lnTo>
                  <a:lnTo>
                    <a:pt x="546" y="146"/>
                  </a:lnTo>
                  <a:lnTo>
                    <a:pt x="560" y="132"/>
                  </a:lnTo>
                  <a:lnTo>
                    <a:pt x="574" y="118"/>
                  </a:lnTo>
                  <a:lnTo>
                    <a:pt x="590" y="106"/>
                  </a:lnTo>
                  <a:lnTo>
                    <a:pt x="604" y="96"/>
                  </a:lnTo>
                  <a:lnTo>
                    <a:pt x="620" y="88"/>
                  </a:lnTo>
                  <a:lnTo>
                    <a:pt x="636" y="82"/>
                  </a:lnTo>
                  <a:lnTo>
                    <a:pt x="654" y="76"/>
                  </a:lnTo>
                  <a:lnTo>
                    <a:pt x="654" y="314"/>
                  </a:lnTo>
                  <a:close/>
                  <a:moveTo>
                    <a:pt x="1274" y="490"/>
                  </a:moveTo>
                  <a:lnTo>
                    <a:pt x="1274" y="490"/>
                  </a:lnTo>
                  <a:lnTo>
                    <a:pt x="1250" y="470"/>
                  </a:lnTo>
                  <a:lnTo>
                    <a:pt x="1222" y="450"/>
                  </a:lnTo>
                  <a:lnTo>
                    <a:pt x="1194" y="432"/>
                  </a:lnTo>
                  <a:lnTo>
                    <a:pt x="1162" y="416"/>
                  </a:lnTo>
                  <a:lnTo>
                    <a:pt x="1128" y="400"/>
                  </a:lnTo>
                  <a:lnTo>
                    <a:pt x="1094" y="384"/>
                  </a:lnTo>
                  <a:lnTo>
                    <a:pt x="1056" y="370"/>
                  </a:lnTo>
                  <a:lnTo>
                    <a:pt x="1018" y="358"/>
                  </a:lnTo>
                  <a:lnTo>
                    <a:pt x="1018" y="358"/>
                  </a:lnTo>
                  <a:lnTo>
                    <a:pt x="1006" y="320"/>
                  </a:lnTo>
                  <a:lnTo>
                    <a:pt x="992" y="282"/>
                  </a:lnTo>
                  <a:lnTo>
                    <a:pt x="978" y="248"/>
                  </a:lnTo>
                  <a:lnTo>
                    <a:pt x="962" y="214"/>
                  </a:lnTo>
                  <a:lnTo>
                    <a:pt x="944" y="184"/>
                  </a:lnTo>
                  <a:lnTo>
                    <a:pt x="926" y="154"/>
                  </a:lnTo>
                  <a:lnTo>
                    <a:pt x="906" y="128"/>
                  </a:lnTo>
                  <a:lnTo>
                    <a:pt x="886" y="102"/>
                  </a:lnTo>
                  <a:lnTo>
                    <a:pt x="886" y="102"/>
                  </a:lnTo>
                  <a:lnTo>
                    <a:pt x="920" y="116"/>
                  </a:lnTo>
                  <a:lnTo>
                    <a:pt x="952" y="130"/>
                  </a:lnTo>
                  <a:lnTo>
                    <a:pt x="984" y="146"/>
                  </a:lnTo>
                  <a:lnTo>
                    <a:pt x="1014" y="164"/>
                  </a:lnTo>
                  <a:lnTo>
                    <a:pt x="1044" y="184"/>
                  </a:lnTo>
                  <a:lnTo>
                    <a:pt x="1072" y="204"/>
                  </a:lnTo>
                  <a:lnTo>
                    <a:pt x="1100" y="228"/>
                  </a:lnTo>
                  <a:lnTo>
                    <a:pt x="1124" y="252"/>
                  </a:lnTo>
                  <a:lnTo>
                    <a:pt x="1150" y="278"/>
                  </a:lnTo>
                  <a:lnTo>
                    <a:pt x="1172" y="304"/>
                  </a:lnTo>
                  <a:lnTo>
                    <a:pt x="1194" y="332"/>
                  </a:lnTo>
                  <a:lnTo>
                    <a:pt x="1212" y="362"/>
                  </a:lnTo>
                  <a:lnTo>
                    <a:pt x="1230" y="392"/>
                  </a:lnTo>
                  <a:lnTo>
                    <a:pt x="1246" y="424"/>
                  </a:lnTo>
                  <a:lnTo>
                    <a:pt x="1262" y="456"/>
                  </a:lnTo>
                  <a:lnTo>
                    <a:pt x="1274" y="490"/>
                  </a:lnTo>
                  <a:lnTo>
                    <a:pt x="1274" y="490"/>
                  </a:lnTo>
                  <a:close/>
                  <a:moveTo>
                    <a:pt x="722" y="76"/>
                  </a:moveTo>
                  <a:lnTo>
                    <a:pt x="722" y="76"/>
                  </a:lnTo>
                  <a:lnTo>
                    <a:pt x="738" y="82"/>
                  </a:lnTo>
                  <a:lnTo>
                    <a:pt x="754" y="88"/>
                  </a:lnTo>
                  <a:lnTo>
                    <a:pt x="770" y="96"/>
                  </a:lnTo>
                  <a:lnTo>
                    <a:pt x="786" y="106"/>
                  </a:lnTo>
                  <a:lnTo>
                    <a:pt x="802" y="118"/>
                  </a:lnTo>
                  <a:lnTo>
                    <a:pt x="816" y="132"/>
                  </a:lnTo>
                  <a:lnTo>
                    <a:pt x="830" y="146"/>
                  </a:lnTo>
                  <a:lnTo>
                    <a:pt x="844" y="162"/>
                  </a:lnTo>
                  <a:lnTo>
                    <a:pt x="872" y="198"/>
                  </a:lnTo>
                  <a:lnTo>
                    <a:pt x="896" y="240"/>
                  </a:lnTo>
                  <a:lnTo>
                    <a:pt x="918" y="288"/>
                  </a:lnTo>
                  <a:lnTo>
                    <a:pt x="938" y="338"/>
                  </a:lnTo>
                  <a:lnTo>
                    <a:pt x="938" y="338"/>
                  </a:lnTo>
                  <a:lnTo>
                    <a:pt x="886" y="328"/>
                  </a:lnTo>
                  <a:lnTo>
                    <a:pt x="834" y="322"/>
                  </a:lnTo>
                  <a:lnTo>
                    <a:pt x="778" y="316"/>
                  </a:lnTo>
                  <a:lnTo>
                    <a:pt x="722" y="314"/>
                  </a:lnTo>
                  <a:lnTo>
                    <a:pt x="722" y="76"/>
                  </a:lnTo>
                  <a:close/>
                  <a:moveTo>
                    <a:pt x="722" y="384"/>
                  </a:moveTo>
                  <a:lnTo>
                    <a:pt x="722" y="384"/>
                  </a:lnTo>
                  <a:lnTo>
                    <a:pt x="786" y="386"/>
                  </a:lnTo>
                  <a:lnTo>
                    <a:pt x="846" y="394"/>
                  </a:lnTo>
                  <a:lnTo>
                    <a:pt x="904" y="404"/>
                  </a:lnTo>
                  <a:lnTo>
                    <a:pt x="960" y="416"/>
                  </a:lnTo>
                  <a:lnTo>
                    <a:pt x="960" y="416"/>
                  </a:lnTo>
                  <a:lnTo>
                    <a:pt x="974" y="472"/>
                  </a:lnTo>
                  <a:lnTo>
                    <a:pt x="984" y="530"/>
                  </a:lnTo>
                  <a:lnTo>
                    <a:pt x="990" y="592"/>
                  </a:lnTo>
                  <a:lnTo>
                    <a:pt x="994" y="654"/>
                  </a:lnTo>
                  <a:lnTo>
                    <a:pt x="722" y="654"/>
                  </a:lnTo>
                  <a:lnTo>
                    <a:pt x="722" y="384"/>
                  </a:lnTo>
                  <a:close/>
                  <a:moveTo>
                    <a:pt x="722" y="724"/>
                  </a:moveTo>
                  <a:lnTo>
                    <a:pt x="994" y="724"/>
                  </a:lnTo>
                  <a:lnTo>
                    <a:pt x="994" y="724"/>
                  </a:lnTo>
                  <a:lnTo>
                    <a:pt x="990" y="786"/>
                  </a:lnTo>
                  <a:lnTo>
                    <a:pt x="984" y="848"/>
                  </a:lnTo>
                  <a:lnTo>
                    <a:pt x="974" y="906"/>
                  </a:lnTo>
                  <a:lnTo>
                    <a:pt x="960" y="962"/>
                  </a:lnTo>
                  <a:lnTo>
                    <a:pt x="960" y="962"/>
                  </a:lnTo>
                  <a:lnTo>
                    <a:pt x="904" y="974"/>
                  </a:lnTo>
                  <a:lnTo>
                    <a:pt x="846" y="984"/>
                  </a:lnTo>
                  <a:lnTo>
                    <a:pt x="786" y="990"/>
                  </a:lnTo>
                  <a:lnTo>
                    <a:pt x="722" y="994"/>
                  </a:lnTo>
                  <a:lnTo>
                    <a:pt x="722" y="724"/>
                  </a:lnTo>
                  <a:close/>
                  <a:moveTo>
                    <a:pt x="722" y="1302"/>
                  </a:moveTo>
                  <a:lnTo>
                    <a:pt x="722" y="1064"/>
                  </a:lnTo>
                  <a:lnTo>
                    <a:pt x="722" y="1064"/>
                  </a:lnTo>
                  <a:lnTo>
                    <a:pt x="778" y="1060"/>
                  </a:lnTo>
                  <a:lnTo>
                    <a:pt x="834" y="1056"/>
                  </a:lnTo>
                  <a:lnTo>
                    <a:pt x="886" y="1048"/>
                  </a:lnTo>
                  <a:lnTo>
                    <a:pt x="938" y="1040"/>
                  </a:lnTo>
                  <a:lnTo>
                    <a:pt x="938" y="1040"/>
                  </a:lnTo>
                  <a:lnTo>
                    <a:pt x="918" y="1090"/>
                  </a:lnTo>
                  <a:lnTo>
                    <a:pt x="896" y="1136"/>
                  </a:lnTo>
                  <a:lnTo>
                    <a:pt x="872" y="1178"/>
                  </a:lnTo>
                  <a:lnTo>
                    <a:pt x="844" y="1216"/>
                  </a:lnTo>
                  <a:lnTo>
                    <a:pt x="830" y="1232"/>
                  </a:lnTo>
                  <a:lnTo>
                    <a:pt x="816" y="1246"/>
                  </a:lnTo>
                  <a:lnTo>
                    <a:pt x="802" y="1260"/>
                  </a:lnTo>
                  <a:lnTo>
                    <a:pt x="786" y="1272"/>
                  </a:lnTo>
                  <a:lnTo>
                    <a:pt x="770" y="1282"/>
                  </a:lnTo>
                  <a:lnTo>
                    <a:pt x="754" y="1290"/>
                  </a:lnTo>
                  <a:lnTo>
                    <a:pt x="738" y="1296"/>
                  </a:lnTo>
                  <a:lnTo>
                    <a:pt x="722" y="1302"/>
                  </a:lnTo>
                  <a:lnTo>
                    <a:pt x="722" y="1302"/>
                  </a:lnTo>
                  <a:close/>
                  <a:moveTo>
                    <a:pt x="886" y="1274"/>
                  </a:moveTo>
                  <a:lnTo>
                    <a:pt x="886" y="1274"/>
                  </a:lnTo>
                  <a:lnTo>
                    <a:pt x="906" y="1250"/>
                  </a:lnTo>
                  <a:lnTo>
                    <a:pt x="926" y="1224"/>
                  </a:lnTo>
                  <a:lnTo>
                    <a:pt x="944" y="1194"/>
                  </a:lnTo>
                  <a:lnTo>
                    <a:pt x="962" y="1164"/>
                  </a:lnTo>
                  <a:lnTo>
                    <a:pt x="978" y="1130"/>
                  </a:lnTo>
                  <a:lnTo>
                    <a:pt x="992" y="1094"/>
                  </a:lnTo>
                  <a:lnTo>
                    <a:pt x="1006" y="1058"/>
                  </a:lnTo>
                  <a:lnTo>
                    <a:pt x="1018" y="1020"/>
                  </a:lnTo>
                  <a:lnTo>
                    <a:pt x="1018" y="1020"/>
                  </a:lnTo>
                  <a:lnTo>
                    <a:pt x="1056" y="1006"/>
                  </a:lnTo>
                  <a:lnTo>
                    <a:pt x="1094" y="994"/>
                  </a:lnTo>
                  <a:lnTo>
                    <a:pt x="1128" y="978"/>
                  </a:lnTo>
                  <a:lnTo>
                    <a:pt x="1162" y="962"/>
                  </a:lnTo>
                  <a:lnTo>
                    <a:pt x="1194" y="946"/>
                  </a:lnTo>
                  <a:lnTo>
                    <a:pt x="1222" y="926"/>
                  </a:lnTo>
                  <a:lnTo>
                    <a:pt x="1250" y="908"/>
                  </a:lnTo>
                  <a:lnTo>
                    <a:pt x="1274" y="886"/>
                  </a:lnTo>
                  <a:lnTo>
                    <a:pt x="1274" y="886"/>
                  </a:lnTo>
                  <a:lnTo>
                    <a:pt x="1262" y="920"/>
                  </a:lnTo>
                  <a:lnTo>
                    <a:pt x="1246" y="954"/>
                  </a:lnTo>
                  <a:lnTo>
                    <a:pt x="1230" y="984"/>
                  </a:lnTo>
                  <a:lnTo>
                    <a:pt x="1212" y="1016"/>
                  </a:lnTo>
                  <a:lnTo>
                    <a:pt x="1194" y="1044"/>
                  </a:lnTo>
                  <a:lnTo>
                    <a:pt x="1172" y="1074"/>
                  </a:lnTo>
                  <a:lnTo>
                    <a:pt x="1150" y="1100"/>
                  </a:lnTo>
                  <a:lnTo>
                    <a:pt x="1124" y="1126"/>
                  </a:lnTo>
                  <a:lnTo>
                    <a:pt x="1100" y="1150"/>
                  </a:lnTo>
                  <a:lnTo>
                    <a:pt x="1072" y="1172"/>
                  </a:lnTo>
                  <a:lnTo>
                    <a:pt x="1044" y="1194"/>
                  </a:lnTo>
                  <a:lnTo>
                    <a:pt x="1014" y="1214"/>
                  </a:lnTo>
                  <a:lnTo>
                    <a:pt x="984" y="1232"/>
                  </a:lnTo>
                  <a:lnTo>
                    <a:pt x="952" y="1248"/>
                  </a:lnTo>
                  <a:lnTo>
                    <a:pt x="920" y="1262"/>
                  </a:lnTo>
                  <a:lnTo>
                    <a:pt x="886" y="1274"/>
                  </a:lnTo>
                  <a:lnTo>
                    <a:pt x="886" y="1274"/>
                  </a:lnTo>
                  <a:close/>
                  <a:moveTo>
                    <a:pt x="1038" y="938"/>
                  </a:moveTo>
                  <a:lnTo>
                    <a:pt x="1038" y="938"/>
                  </a:lnTo>
                  <a:lnTo>
                    <a:pt x="1048" y="888"/>
                  </a:lnTo>
                  <a:lnTo>
                    <a:pt x="1056" y="834"/>
                  </a:lnTo>
                  <a:lnTo>
                    <a:pt x="1060" y="780"/>
                  </a:lnTo>
                  <a:lnTo>
                    <a:pt x="1062" y="724"/>
                  </a:lnTo>
                  <a:lnTo>
                    <a:pt x="1300" y="724"/>
                  </a:lnTo>
                  <a:lnTo>
                    <a:pt x="1300" y="724"/>
                  </a:lnTo>
                  <a:lnTo>
                    <a:pt x="1296" y="740"/>
                  </a:lnTo>
                  <a:lnTo>
                    <a:pt x="1288" y="756"/>
                  </a:lnTo>
                  <a:lnTo>
                    <a:pt x="1280" y="772"/>
                  </a:lnTo>
                  <a:lnTo>
                    <a:pt x="1270" y="788"/>
                  </a:lnTo>
                  <a:lnTo>
                    <a:pt x="1258" y="802"/>
                  </a:lnTo>
                  <a:lnTo>
                    <a:pt x="1246" y="818"/>
                  </a:lnTo>
                  <a:lnTo>
                    <a:pt x="1230" y="832"/>
                  </a:lnTo>
                  <a:lnTo>
                    <a:pt x="1214" y="846"/>
                  </a:lnTo>
                  <a:lnTo>
                    <a:pt x="1178" y="872"/>
                  </a:lnTo>
                  <a:lnTo>
                    <a:pt x="1136" y="896"/>
                  </a:lnTo>
                  <a:lnTo>
                    <a:pt x="1090" y="918"/>
                  </a:lnTo>
                  <a:lnTo>
                    <a:pt x="1038" y="938"/>
                  </a:lnTo>
                  <a:lnTo>
                    <a:pt x="1038" y="938"/>
                  </a:lnTo>
                  <a:close/>
                  <a:moveTo>
                    <a:pt x="1062" y="654"/>
                  </a:moveTo>
                  <a:lnTo>
                    <a:pt x="1062" y="654"/>
                  </a:lnTo>
                  <a:lnTo>
                    <a:pt x="1060" y="598"/>
                  </a:lnTo>
                  <a:lnTo>
                    <a:pt x="1056" y="544"/>
                  </a:lnTo>
                  <a:lnTo>
                    <a:pt x="1048" y="490"/>
                  </a:lnTo>
                  <a:lnTo>
                    <a:pt x="1038" y="438"/>
                  </a:lnTo>
                  <a:lnTo>
                    <a:pt x="1038" y="438"/>
                  </a:lnTo>
                  <a:lnTo>
                    <a:pt x="1090" y="458"/>
                  </a:lnTo>
                  <a:lnTo>
                    <a:pt x="1136" y="480"/>
                  </a:lnTo>
                  <a:lnTo>
                    <a:pt x="1178" y="506"/>
                  </a:lnTo>
                  <a:lnTo>
                    <a:pt x="1214" y="532"/>
                  </a:lnTo>
                  <a:lnTo>
                    <a:pt x="1230" y="546"/>
                  </a:lnTo>
                  <a:lnTo>
                    <a:pt x="1246" y="560"/>
                  </a:lnTo>
                  <a:lnTo>
                    <a:pt x="1258" y="576"/>
                  </a:lnTo>
                  <a:lnTo>
                    <a:pt x="1270" y="590"/>
                  </a:lnTo>
                  <a:lnTo>
                    <a:pt x="1280" y="606"/>
                  </a:lnTo>
                  <a:lnTo>
                    <a:pt x="1288" y="622"/>
                  </a:lnTo>
                  <a:lnTo>
                    <a:pt x="1296" y="638"/>
                  </a:lnTo>
                  <a:lnTo>
                    <a:pt x="1300" y="654"/>
                  </a:lnTo>
                  <a:lnTo>
                    <a:pt x="1062" y="6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09" name="Freeform 15"/>
            <p:cNvSpPr>
              <a:spLocks/>
            </p:cNvSpPr>
            <p:nvPr/>
          </p:nvSpPr>
          <p:spPr bwMode="auto">
            <a:xfrm>
              <a:off x="3011488" y="3322638"/>
              <a:ext cx="314325" cy="317500"/>
            </a:xfrm>
            <a:custGeom>
              <a:avLst/>
              <a:gdLst>
                <a:gd name="T0" fmla="*/ 0 w 198"/>
                <a:gd name="T1" fmla="*/ 100 h 200"/>
                <a:gd name="T2" fmla="*/ 0 w 198"/>
                <a:gd name="T3" fmla="*/ 100 h 200"/>
                <a:gd name="T4" fmla="*/ 2 w 198"/>
                <a:gd name="T5" fmla="*/ 80 h 200"/>
                <a:gd name="T6" fmla="*/ 8 w 198"/>
                <a:gd name="T7" fmla="*/ 62 h 200"/>
                <a:gd name="T8" fmla="*/ 18 w 198"/>
                <a:gd name="T9" fmla="*/ 44 h 200"/>
                <a:gd name="T10" fmla="*/ 30 w 198"/>
                <a:gd name="T11" fmla="*/ 30 h 200"/>
                <a:gd name="T12" fmla="*/ 44 w 198"/>
                <a:gd name="T13" fmla="*/ 18 h 200"/>
                <a:gd name="T14" fmla="*/ 62 w 198"/>
                <a:gd name="T15" fmla="*/ 8 h 200"/>
                <a:gd name="T16" fmla="*/ 80 w 198"/>
                <a:gd name="T17" fmla="*/ 2 h 200"/>
                <a:gd name="T18" fmla="*/ 100 w 198"/>
                <a:gd name="T19" fmla="*/ 0 h 200"/>
                <a:gd name="T20" fmla="*/ 100 w 198"/>
                <a:gd name="T21" fmla="*/ 0 h 200"/>
                <a:gd name="T22" fmla="*/ 120 w 198"/>
                <a:gd name="T23" fmla="*/ 2 h 200"/>
                <a:gd name="T24" fmla="*/ 138 w 198"/>
                <a:gd name="T25" fmla="*/ 8 h 200"/>
                <a:gd name="T26" fmla="*/ 156 w 198"/>
                <a:gd name="T27" fmla="*/ 18 h 200"/>
                <a:gd name="T28" fmla="*/ 170 w 198"/>
                <a:gd name="T29" fmla="*/ 30 h 200"/>
                <a:gd name="T30" fmla="*/ 182 w 198"/>
                <a:gd name="T31" fmla="*/ 44 h 200"/>
                <a:gd name="T32" fmla="*/ 192 w 198"/>
                <a:gd name="T33" fmla="*/ 62 h 200"/>
                <a:gd name="T34" fmla="*/ 196 w 198"/>
                <a:gd name="T35" fmla="*/ 80 h 200"/>
                <a:gd name="T36" fmla="*/ 198 w 198"/>
                <a:gd name="T37" fmla="*/ 100 h 200"/>
                <a:gd name="T38" fmla="*/ 198 w 198"/>
                <a:gd name="T39" fmla="*/ 100 h 200"/>
                <a:gd name="T40" fmla="*/ 196 w 198"/>
                <a:gd name="T41" fmla="*/ 120 h 200"/>
                <a:gd name="T42" fmla="*/ 192 w 198"/>
                <a:gd name="T43" fmla="*/ 138 h 200"/>
                <a:gd name="T44" fmla="*/ 182 w 198"/>
                <a:gd name="T45" fmla="*/ 156 h 200"/>
                <a:gd name="T46" fmla="*/ 170 w 198"/>
                <a:gd name="T47" fmla="*/ 170 h 200"/>
                <a:gd name="T48" fmla="*/ 156 w 198"/>
                <a:gd name="T49" fmla="*/ 182 h 200"/>
                <a:gd name="T50" fmla="*/ 138 w 198"/>
                <a:gd name="T51" fmla="*/ 192 h 200"/>
                <a:gd name="T52" fmla="*/ 120 w 198"/>
                <a:gd name="T53" fmla="*/ 198 h 200"/>
                <a:gd name="T54" fmla="*/ 100 w 198"/>
                <a:gd name="T55" fmla="*/ 200 h 200"/>
                <a:gd name="T56" fmla="*/ 100 w 198"/>
                <a:gd name="T57" fmla="*/ 200 h 200"/>
                <a:gd name="T58" fmla="*/ 80 w 198"/>
                <a:gd name="T59" fmla="*/ 198 h 200"/>
                <a:gd name="T60" fmla="*/ 62 w 198"/>
                <a:gd name="T61" fmla="*/ 192 h 200"/>
                <a:gd name="T62" fmla="*/ 44 w 198"/>
                <a:gd name="T63" fmla="*/ 182 h 200"/>
                <a:gd name="T64" fmla="*/ 30 w 198"/>
                <a:gd name="T65" fmla="*/ 170 h 200"/>
                <a:gd name="T66" fmla="*/ 18 w 198"/>
                <a:gd name="T67" fmla="*/ 156 h 200"/>
                <a:gd name="T68" fmla="*/ 8 w 198"/>
                <a:gd name="T69" fmla="*/ 138 h 200"/>
                <a:gd name="T70" fmla="*/ 2 w 198"/>
                <a:gd name="T71" fmla="*/ 120 h 200"/>
                <a:gd name="T72" fmla="*/ 0 w 198"/>
                <a:gd name="T73" fmla="*/ 100 h 200"/>
                <a:gd name="T74" fmla="*/ 0 w 198"/>
                <a:gd name="T75" fmla="*/ 1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200">
                  <a:moveTo>
                    <a:pt x="0" y="100"/>
                  </a:moveTo>
                  <a:lnTo>
                    <a:pt x="0" y="100"/>
                  </a:lnTo>
                  <a:lnTo>
                    <a:pt x="2" y="80"/>
                  </a:lnTo>
                  <a:lnTo>
                    <a:pt x="8" y="62"/>
                  </a:lnTo>
                  <a:lnTo>
                    <a:pt x="18" y="44"/>
                  </a:lnTo>
                  <a:lnTo>
                    <a:pt x="30" y="30"/>
                  </a:lnTo>
                  <a:lnTo>
                    <a:pt x="44" y="18"/>
                  </a:lnTo>
                  <a:lnTo>
                    <a:pt x="62" y="8"/>
                  </a:lnTo>
                  <a:lnTo>
                    <a:pt x="80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20" y="2"/>
                  </a:lnTo>
                  <a:lnTo>
                    <a:pt x="138" y="8"/>
                  </a:lnTo>
                  <a:lnTo>
                    <a:pt x="156" y="18"/>
                  </a:lnTo>
                  <a:lnTo>
                    <a:pt x="170" y="30"/>
                  </a:lnTo>
                  <a:lnTo>
                    <a:pt x="182" y="44"/>
                  </a:lnTo>
                  <a:lnTo>
                    <a:pt x="192" y="62"/>
                  </a:lnTo>
                  <a:lnTo>
                    <a:pt x="196" y="80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20"/>
                  </a:lnTo>
                  <a:lnTo>
                    <a:pt x="192" y="138"/>
                  </a:lnTo>
                  <a:lnTo>
                    <a:pt x="182" y="156"/>
                  </a:lnTo>
                  <a:lnTo>
                    <a:pt x="170" y="170"/>
                  </a:lnTo>
                  <a:lnTo>
                    <a:pt x="156" y="182"/>
                  </a:lnTo>
                  <a:lnTo>
                    <a:pt x="138" y="192"/>
                  </a:lnTo>
                  <a:lnTo>
                    <a:pt x="120" y="198"/>
                  </a:lnTo>
                  <a:lnTo>
                    <a:pt x="100" y="200"/>
                  </a:lnTo>
                  <a:lnTo>
                    <a:pt x="100" y="200"/>
                  </a:lnTo>
                  <a:lnTo>
                    <a:pt x="80" y="198"/>
                  </a:lnTo>
                  <a:lnTo>
                    <a:pt x="62" y="192"/>
                  </a:lnTo>
                  <a:lnTo>
                    <a:pt x="44" y="182"/>
                  </a:lnTo>
                  <a:lnTo>
                    <a:pt x="30" y="170"/>
                  </a:lnTo>
                  <a:lnTo>
                    <a:pt x="18" y="156"/>
                  </a:lnTo>
                  <a:lnTo>
                    <a:pt x="8" y="138"/>
                  </a:lnTo>
                  <a:lnTo>
                    <a:pt x="2" y="120"/>
                  </a:lnTo>
                  <a:lnTo>
                    <a:pt x="0" y="10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0" name="Freeform 16"/>
            <p:cNvSpPr>
              <a:spLocks/>
            </p:cNvSpPr>
            <p:nvPr/>
          </p:nvSpPr>
          <p:spPr bwMode="auto">
            <a:xfrm>
              <a:off x="4033838" y="3325813"/>
              <a:ext cx="330200" cy="333375"/>
            </a:xfrm>
            <a:custGeom>
              <a:avLst/>
              <a:gdLst>
                <a:gd name="T0" fmla="*/ 0 w 208"/>
                <a:gd name="T1" fmla="*/ 104 h 210"/>
                <a:gd name="T2" fmla="*/ 0 w 208"/>
                <a:gd name="T3" fmla="*/ 104 h 210"/>
                <a:gd name="T4" fmla="*/ 2 w 208"/>
                <a:gd name="T5" fmla="*/ 84 h 210"/>
                <a:gd name="T6" fmla="*/ 8 w 208"/>
                <a:gd name="T7" fmla="*/ 64 h 210"/>
                <a:gd name="T8" fmla="*/ 18 w 208"/>
                <a:gd name="T9" fmla="*/ 46 h 210"/>
                <a:gd name="T10" fmla="*/ 30 w 208"/>
                <a:gd name="T11" fmla="*/ 30 h 210"/>
                <a:gd name="T12" fmla="*/ 46 w 208"/>
                <a:gd name="T13" fmla="*/ 18 h 210"/>
                <a:gd name="T14" fmla="*/ 64 w 208"/>
                <a:gd name="T15" fmla="*/ 8 h 210"/>
                <a:gd name="T16" fmla="*/ 84 w 208"/>
                <a:gd name="T17" fmla="*/ 2 h 210"/>
                <a:gd name="T18" fmla="*/ 104 w 208"/>
                <a:gd name="T19" fmla="*/ 0 h 210"/>
                <a:gd name="T20" fmla="*/ 104 w 208"/>
                <a:gd name="T21" fmla="*/ 0 h 210"/>
                <a:gd name="T22" fmla="*/ 126 w 208"/>
                <a:gd name="T23" fmla="*/ 2 h 210"/>
                <a:gd name="T24" fmla="*/ 144 w 208"/>
                <a:gd name="T25" fmla="*/ 8 h 210"/>
                <a:gd name="T26" fmla="*/ 162 w 208"/>
                <a:gd name="T27" fmla="*/ 18 h 210"/>
                <a:gd name="T28" fmla="*/ 178 w 208"/>
                <a:gd name="T29" fmla="*/ 30 h 210"/>
                <a:gd name="T30" fmla="*/ 190 w 208"/>
                <a:gd name="T31" fmla="*/ 46 h 210"/>
                <a:gd name="T32" fmla="*/ 200 w 208"/>
                <a:gd name="T33" fmla="*/ 64 h 210"/>
                <a:gd name="T34" fmla="*/ 206 w 208"/>
                <a:gd name="T35" fmla="*/ 84 h 210"/>
                <a:gd name="T36" fmla="*/ 208 w 208"/>
                <a:gd name="T37" fmla="*/ 104 h 210"/>
                <a:gd name="T38" fmla="*/ 208 w 208"/>
                <a:gd name="T39" fmla="*/ 104 h 210"/>
                <a:gd name="T40" fmla="*/ 206 w 208"/>
                <a:gd name="T41" fmla="*/ 126 h 210"/>
                <a:gd name="T42" fmla="*/ 200 w 208"/>
                <a:gd name="T43" fmla="*/ 146 h 210"/>
                <a:gd name="T44" fmla="*/ 190 w 208"/>
                <a:gd name="T45" fmla="*/ 164 h 210"/>
                <a:gd name="T46" fmla="*/ 178 w 208"/>
                <a:gd name="T47" fmla="*/ 178 h 210"/>
                <a:gd name="T48" fmla="*/ 162 w 208"/>
                <a:gd name="T49" fmla="*/ 192 h 210"/>
                <a:gd name="T50" fmla="*/ 144 w 208"/>
                <a:gd name="T51" fmla="*/ 200 h 210"/>
                <a:gd name="T52" fmla="*/ 126 w 208"/>
                <a:gd name="T53" fmla="*/ 208 h 210"/>
                <a:gd name="T54" fmla="*/ 104 w 208"/>
                <a:gd name="T55" fmla="*/ 210 h 210"/>
                <a:gd name="T56" fmla="*/ 104 w 208"/>
                <a:gd name="T57" fmla="*/ 210 h 210"/>
                <a:gd name="T58" fmla="*/ 84 w 208"/>
                <a:gd name="T59" fmla="*/ 208 h 210"/>
                <a:gd name="T60" fmla="*/ 64 w 208"/>
                <a:gd name="T61" fmla="*/ 200 h 210"/>
                <a:gd name="T62" fmla="*/ 46 w 208"/>
                <a:gd name="T63" fmla="*/ 192 h 210"/>
                <a:gd name="T64" fmla="*/ 30 w 208"/>
                <a:gd name="T65" fmla="*/ 178 h 210"/>
                <a:gd name="T66" fmla="*/ 18 w 208"/>
                <a:gd name="T67" fmla="*/ 164 h 210"/>
                <a:gd name="T68" fmla="*/ 8 w 208"/>
                <a:gd name="T69" fmla="*/ 146 h 210"/>
                <a:gd name="T70" fmla="*/ 2 w 208"/>
                <a:gd name="T71" fmla="*/ 126 h 210"/>
                <a:gd name="T72" fmla="*/ 0 w 208"/>
                <a:gd name="T73" fmla="*/ 104 h 210"/>
                <a:gd name="T74" fmla="*/ 0 w 208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0" y="104"/>
                  </a:move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26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78"/>
                  </a:lnTo>
                  <a:lnTo>
                    <a:pt x="162" y="192"/>
                  </a:lnTo>
                  <a:lnTo>
                    <a:pt x="144" y="200"/>
                  </a:lnTo>
                  <a:lnTo>
                    <a:pt x="126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0" y="178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1" name="Freeform 17"/>
            <p:cNvSpPr>
              <a:spLocks/>
            </p:cNvSpPr>
            <p:nvPr/>
          </p:nvSpPr>
          <p:spPr bwMode="auto">
            <a:xfrm>
              <a:off x="1960563" y="3325813"/>
              <a:ext cx="333375" cy="333375"/>
            </a:xfrm>
            <a:custGeom>
              <a:avLst/>
              <a:gdLst>
                <a:gd name="T0" fmla="*/ 0 w 210"/>
                <a:gd name="T1" fmla="*/ 104 h 210"/>
                <a:gd name="T2" fmla="*/ 0 w 210"/>
                <a:gd name="T3" fmla="*/ 104 h 210"/>
                <a:gd name="T4" fmla="*/ 4 w 210"/>
                <a:gd name="T5" fmla="*/ 84 h 210"/>
                <a:gd name="T6" fmla="*/ 10 w 210"/>
                <a:gd name="T7" fmla="*/ 64 h 210"/>
                <a:gd name="T8" fmla="*/ 18 w 210"/>
                <a:gd name="T9" fmla="*/ 46 h 210"/>
                <a:gd name="T10" fmla="*/ 32 w 210"/>
                <a:gd name="T11" fmla="*/ 30 h 210"/>
                <a:gd name="T12" fmla="*/ 46 w 210"/>
                <a:gd name="T13" fmla="*/ 18 h 210"/>
                <a:gd name="T14" fmla="*/ 64 w 210"/>
                <a:gd name="T15" fmla="*/ 8 h 210"/>
                <a:gd name="T16" fmla="*/ 84 w 210"/>
                <a:gd name="T17" fmla="*/ 2 h 210"/>
                <a:gd name="T18" fmla="*/ 106 w 210"/>
                <a:gd name="T19" fmla="*/ 0 h 210"/>
                <a:gd name="T20" fmla="*/ 106 w 210"/>
                <a:gd name="T21" fmla="*/ 0 h 210"/>
                <a:gd name="T22" fmla="*/ 126 w 210"/>
                <a:gd name="T23" fmla="*/ 2 h 210"/>
                <a:gd name="T24" fmla="*/ 146 w 210"/>
                <a:gd name="T25" fmla="*/ 8 h 210"/>
                <a:gd name="T26" fmla="*/ 164 w 210"/>
                <a:gd name="T27" fmla="*/ 18 h 210"/>
                <a:gd name="T28" fmla="*/ 180 w 210"/>
                <a:gd name="T29" fmla="*/ 30 h 210"/>
                <a:gd name="T30" fmla="*/ 192 w 210"/>
                <a:gd name="T31" fmla="*/ 46 h 210"/>
                <a:gd name="T32" fmla="*/ 202 w 210"/>
                <a:gd name="T33" fmla="*/ 64 h 210"/>
                <a:gd name="T34" fmla="*/ 208 w 210"/>
                <a:gd name="T35" fmla="*/ 84 h 210"/>
                <a:gd name="T36" fmla="*/ 210 w 210"/>
                <a:gd name="T37" fmla="*/ 104 h 210"/>
                <a:gd name="T38" fmla="*/ 210 w 210"/>
                <a:gd name="T39" fmla="*/ 104 h 210"/>
                <a:gd name="T40" fmla="*/ 208 w 210"/>
                <a:gd name="T41" fmla="*/ 126 h 210"/>
                <a:gd name="T42" fmla="*/ 202 w 210"/>
                <a:gd name="T43" fmla="*/ 146 h 210"/>
                <a:gd name="T44" fmla="*/ 192 w 210"/>
                <a:gd name="T45" fmla="*/ 164 h 210"/>
                <a:gd name="T46" fmla="*/ 180 w 210"/>
                <a:gd name="T47" fmla="*/ 178 h 210"/>
                <a:gd name="T48" fmla="*/ 164 w 210"/>
                <a:gd name="T49" fmla="*/ 192 h 210"/>
                <a:gd name="T50" fmla="*/ 146 w 210"/>
                <a:gd name="T51" fmla="*/ 200 h 210"/>
                <a:gd name="T52" fmla="*/ 126 w 210"/>
                <a:gd name="T53" fmla="*/ 208 h 210"/>
                <a:gd name="T54" fmla="*/ 106 w 210"/>
                <a:gd name="T55" fmla="*/ 210 h 210"/>
                <a:gd name="T56" fmla="*/ 106 w 210"/>
                <a:gd name="T57" fmla="*/ 210 h 210"/>
                <a:gd name="T58" fmla="*/ 84 w 210"/>
                <a:gd name="T59" fmla="*/ 208 h 210"/>
                <a:gd name="T60" fmla="*/ 64 w 210"/>
                <a:gd name="T61" fmla="*/ 200 h 210"/>
                <a:gd name="T62" fmla="*/ 46 w 210"/>
                <a:gd name="T63" fmla="*/ 192 h 210"/>
                <a:gd name="T64" fmla="*/ 32 w 210"/>
                <a:gd name="T65" fmla="*/ 178 h 210"/>
                <a:gd name="T66" fmla="*/ 18 w 210"/>
                <a:gd name="T67" fmla="*/ 164 h 210"/>
                <a:gd name="T68" fmla="*/ 10 w 210"/>
                <a:gd name="T69" fmla="*/ 146 h 210"/>
                <a:gd name="T70" fmla="*/ 4 w 210"/>
                <a:gd name="T71" fmla="*/ 126 h 210"/>
                <a:gd name="T72" fmla="*/ 0 w 210"/>
                <a:gd name="T73" fmla="*/ 104 h 210"/>
                <a:gd name="T74" fmla="*/ 0 w 210"/>
                <a:gd name="T75" fmla="*/ 104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0" h="210">
                  <a:moveTo>
                    <a:pt x="0" y="104"/>
                  </a:moveTo>
                  <a:lnTo>
                    <a:pt x="0" y="104"/>
                  </a:lnTo>
                  <a:lnTo>
                    <a:pt x="4" y="84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4" y="2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126" y="2"/>
                  </a:lnTo>
                  <a:lnTo>
                    <a:pt x="146" y="8"/>
                  </a:lnTo>
                  <a:lnTo>
                    <a:pt x="164" y="18"/>
                  </a:lnTo>
                  <a:lnTo>
                    <a:pt x="180" y="30"/>
                  </a:lnTo>
                  <a:lnTo>
                    <a:pt x="192" y="46"/>
                  </a:lnTo>
                  <a:lnTo>
                    <a:pt x="202" y="64"/>
                  </a:lnTo>
                  <a:lnTo>
                    <a:pt x="208" y="84"/>
                  </a:lnTo>
                  <a:lnTo>
                    <a:pt x="210" y="104"/>
                  </a:lnTo>
                  <a:lnTo>
                    <a:pt x="210" y="104"/>
                  </a:lnTo>
                  <a:lnTo>
                    <a:pt x="208" y="126"/>
                  </a:lnTo>
                  <a:lnTo>
                    <a:pt x="202" y="146"/>
                  </a:lnTo>
                  <a:lnTo>
                    <a:pt x="192" y="164"/>
                  </a:lnTo>
                  <a:lnTo>
                    <a:pt x="180" y="178"/>
                  </a:lnTo>
                  <a:lnTo>
                    <a:pt x="164" y="192"/>
                  </a:lnTo>
                  <a:lnTo>
                    <a:pt x="146" y="200"/>
                  </a:lnTo>
                  <a:lnTo>
                    <a:pt x="126" y="208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84" y="208"/>
                  </a:lnTo>
                  <a:lnTo>
                    <a:pt x="64" y="200"/>
                  </a:lnTo>
                  <a:lnTo>
                    <a:pt x="46" y="192"/>
                  </a:lnTo>
                  <a:lnTo>
                    <a:pt x="32" y="178"/>
                  </a:lnTo>
                  <a:lnTo>
                    <a:pt x="18" y="164"/>
                  </a:lnTo>
                  <a:lnTo>
                    <a:pt x="10" y="146"/>
                  </a:lnTo>
                  <a:lnTo>
                    <a:pt x="4" y="126"/>
                  </a:ln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2" name="Freeform 18"/>
            <p:cNvSpPr>
              <a:spLocks/>
            </p:cNvSpPr>
            <p:nvPr/>
          </p:nvSpPr>
          <p:spPr bwMode="auto">
            <a:xfrm>
              <a:off x="2998788" y="4360863"/>
              <a:ext cx="330200" cy="333375"/>
            </a:xfrm>
            <a:custGeom>
              <a:avLst/>
              <a:gdLst>
                <a:gd name="T0" fmla="*/ 104 w 208"/>
                <a:gd name="T1" fmla="*/ 0 h 210"/>
                <a:gd name="T2" fmla="*/ 104 w 208"/>
                <a:gd name="T3" fmla="*/ 0 h 210"/>
                <a:gd name="T4" fmla="*/ 124 w 208"/>
                <a:gd name="T5" fmla="*/ 2 h 210"/>
                <a:gd name="T6" fmla="*/ 144 w 208"/>
                <a:gd name="T7" fmla="*/ 10 h 210"/>
                <a:gd name="T8" fmla="*/ 162 w 208"/>
                <a:gd name="T9" fmla="*/ 18 h 210"/>
                <a:gd name="T10" fmla="*/ 178 w 208"/>
                <a:gd name="T11" fmla="*/ 32 h 210"/>
                <a:gd name="T12" fmla="*/ 190 w 208"/>
                <a:gd name="T13" fmla="*/ 46 h 210"/>
                <a:gd name="T14" fmla="*/ 200 w 208"/>
                <a:gd name="T15" fmla="*/ 64 h 210"/>
                <a:gd name="T16" fmla="*/ 206 w 208"/>
                <a:gd name="T17" fmla="*/ 84 h 210"/>
                <a:gd name="T18" fmla="*/ 208 w 208"/>
                <a:gd name="T19" fmla="*/ 106 h 210"/>
                <a:gd name="T20" fmla="*/ 208 w 208"/>
                <a:gd name="T21" fmla="*/ 106 h 210"/>
                <a:gd name="T22" fmla="*/ 206 w 208"/>
                <a:gd name="T23" fmla="*/ 126 h 210"/>
                <a:gd name="T24" fmla="*/ 200 w 208"/>
                <a:gd name="T25" fmla="*/ 146 h 210"/>
                <a:gd name="T26" fmla="*/ 190 w 208"/>
                <a:gd name="T27" fmla="*/ 164 h 210"/>
                <a:gd name="T28" fmla="*/ 178 w 208"/>
                <a:gd name="T29" fmla="*/ 180 h 210"/>
                <a:gd name="T30" fmla="*/ 162 w 208"/>
                <a:gd name="T31" fmla="*/ 192 h 210"/>
                <a:gd name="T32" fmla="*/ 144 w 208"/>
                <a:gd name="T33" fmla="*/ 202 h 210"/>
                <a:gd name="T34" fmla="*/ 124 w 208"/>
                <a:gd name="T35" fmla="*/ 208 h 210"/>
                <a:gd name="T36" fmla="*/ 104 w 208"/>
                <a:gd name="T37" fmla="*/ 210 h 210"/>
                <a:gd name="T38" fmla="*/ 104 w 208"/>
                <a:gd name="T39" fmla="*/ 210 h 210"/>
                <a:gd name="T40" fmla="*/ 82 w 208"/>
                <a:gd name="T41" fmla="*/ 208 h 210"/>
                <a:gd name="T42" fmla="*/ 64 w 208"/>
                <a:gd name="T43" fmla="*/ 202 h 210"/>
                <a:gd name="T44" fmla="*/ 46 w 208"/>
                <a:gd name="T45" fmla="*/ 192 h 210"/>
                <a:gd name="T46" fmla="*/ 30 w 208"/>
                <a:gd name="T47" fmla="*/ 180 h 210"/>
                <a:gd name="T48" fmla="*/ 18 w 208"/>
                <a:gd name="T49" fmla="*/ 164 h 210"/>
                <a:gd name="T50" fmla="*/ 8 w 208"/>
                <a:gd name="T51" fmla="*/ 146 h 210"/>
                <a:gd name="T52" fmla="*/ 2 w 208"/>
                <a:gd name="T53" fmla="*/ 126 h 210"/>
                <a:gd name="T54" fmla="*/ 0 w 208"/>
                <a:gd name="T55" fmla="*/ 106 h 210"/>
                <a:gd name="T56" fmla="*/ 0 w 208"/>
                <a:gd name="T57" fmla="*/ 106 h 210"/>
                <a:gd name="T58" fmla="*/ 2 w 208"/>
                <a:gd name="T59" fmla="*/ 84 h 210"/>
                <a:gd name="T60" fmla="*/ 8 w 208"/>
                <a:gd name="T61" fmla="*/ 64 h 210"/>
                <a:gd name="T62" fmla="*/ 18 w 208"/>
                <a:gd name="T63" fmla="*/ 46 h 210"/>
                <a:gd name="T64" fmla="*/ 30 w 208"/>
                <a:gd name="T65" fmla="*/ 32 h 210"/>
                <a:gd name="T66" fmla="*/ 46 w 208"/>
                <a:gd name="T67" fmla="*/ 18 h 210"/>
                <a:gd name="T68" fmla="*/ 64 w 208"/>
                <a:gd name="T69" fmla="*/ 10 h 210"/>
                <a:gd name="T70" fmla="*/ 82 w 208"/>
                <a:gd name="T71" fmla="*/ 2 h 210"/>
                <a:gd name="T72" fmla="*/ 104 w 208"/>
                <a:gd name="T73" fmla="*/ 0 h 210"/>
                <a:gd name="T74" fmla="*/ 104 w 208"/>
                <a:gd name="T7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10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10"/>
                  </a:lnTo>
                  <a:lnTo>
                    <a:pt x="162" y="18"/>
                  </a:lnTo>
                  <a:lnTo>
                    <a:pt x="178" y="32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6"/>
                  </a:lnTo>
                  <a:lnTo>
                    <a:pt x="208" y="106"/>
                  </a:lnTo>
                  <a:lnTo>
                    <a:pt x="206" y="126"/>
                  </a:lnTo>
                  <a:lnTo>
                    <a:pt x="200" y="146"/>
                  </a:lnTo>
                  <a:lnTo>
                    <a:pt x="190" y="164"/>
                  </a:lnTo>
                  <a:lnTo>
                    <a:pt x="178" y="180"/>
                  </a:lnTo>
                  <a:lnTo>
                    <a:pt x="162" y="192"/>
                  </a:lnTo>
                  <a:lnTo>
                    <a:pt x="144" y="202"/>
                  </a:lnTo>
                  <a:lnTo>
                    <a:pt x="124" y="208"/>
                  </a:lnTo>
                  <a:lnTo>
                    <a:pt x="104" y="210"/>
                  </a:lnTo>
                  <a:lnTo>
                    <a:pt x="104" y="210"/>
                  </a:lnTo>
                  <a:lnTo>
                    <a:pt x="82" y="208"/>
                  </a:lnTo>
                  <a:lnTo>
                    <a:pt x="64" y="202"/>
                  </a:lnTo>
                  <a:lnTo>
                    <a:pt x="46" y="192"/>
                  </a:lnTo>
                  <a:lnTo>
                    <a:pt x="30" y="180"/>
                  </a:lnTo>
                  <a:lnTo>
                    <a:pt x="18" y="164"/>
                  </a:lnTo>
                  <a:lnTo>
                    <a:pt x="8" y="146"/>
                  </a:lnTo>
                  <a:lnTo>
                    <a:pt x="2" y="12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2"/>
                  </a:lnTo>
                  <a:lnTo>
                    <a:pt x="46" y="18"/>
                  </a:lnTo>
                  <a:lnTo>
                    <a:pt x="64" y="10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13" name="Freeform 19"/>
            <p:cNvSpPr>
              <a:spLocks/>
            </p:cNvSpPr>
            <p:nvPr/>
          </p:nvSpPr>
          <p:spPr bwMode="auto">
            <a:xfrm>
              <a:off x="2998788" y="2290763"/>
              <a:ext cx="330200" cy="330200"/>
            </a:xfrm>
            <a:custGeom>
              <a:avLst/>
              <a:gdLst>
                <a:gd name="T0" fmla="*/ 104 w 208"/>
                <a:gd name="T1" fmla="*/ 0 h 208"/>
                <a:gd name="T2" fmla="*/ 104 w 208"/>
                <a:gd name="T3" fmla="*/ 0 h 208"/>
                <a:gd name="T4" fmla="*/ 124 w 208"/>
                <a:gd name="T5" fmla="*/ 2 h 208"/>
                <a:gd name="T6" fmla="*/ 144 w 208"/>
                <a:gd name="T7" fmla="*/ 8 h 208"/>
                <a:gd name="T8" fmla="*/ 162 w 208"/>
                <a:gd name="T9" fmla="*/ 18 h 208"/>
                <a:gd name="T10" fmla="*/ 178 w 208"/>
                <a:gd name="T11" fmla="*/ 30 h 208"/>
                <a:gd name="T12" fmla="*/ 190 w 208"/>
                <a:gd name="T13" fmla="*/ 46 h 208"/>
                <a:gd name="T14" fmla="*/ 200 w 208"/>
                <a:gd name="T15" fmla="*/ 64 h 208"/>
                <a:gd name="T16" fmla="*/ 206 w 208"/>
                <a:gd name="T17" fmla="*/ 84 h 208"/>
                <a:gd name="T18" fmla="*/ 208 w 208"/>
                <a:gd name="T19" fmla="*/ 104 h 208"/>
                <a:gd name="T20" fmla="*/ 208 w 208"/>
                <a:gd name="T21" fmla="*/ 104 h 208"/>
                <a:gd name="T22" fmla="*/ 206 w 208"/>
                <a:gd name="T23" fmla="*/ 126 h 208"/>
                <a:gd name="T24" fmla="*/ 200 w 208"/>
                <a:gd name="T25" fmla="*/ 144 h 208"/>
                <a:gd name="T26" fmla="*/ 190 w 208"/>
                <a:gd name="T27" fmla="*/ 162 h 208"/>
                <a:gd name="T28" fmla="*/ 178 w 208"/>
                <a:gd name="T29" fmla="*/ 178 h 208"/>
                <a:gd name="T30" fmla="*/ 162 w 208"/>
                <a:gd name="T31" fmla="*/ 190 h 208"/>
                <a:gd name="T32" fmla="*/ 144 w 208"/>
                <a:gd name="T33" fmla="*/ 200 h 208"/>
                <a:gd name="T34" fmla="*/ 124 w 208"/>
                <a:gd name="T35" fmla="*/ 206 h 208"/>
                <a:gd name="T36" fmla="*/ 104 w 208"/>
                <a:gd name="T37" fmla="*/ 208 h 208"/>
                <a:gd name="T38" fmla="*/ 104 w 208"/>
                <a:gd name="T39" fmla="*/ 208 h 208"/>
                <a:gd name="T40" fmla="*/ 82 w 208"/>
                <a:gd name="T41" fmla="*/ 206 h 208"/>
                <a:gd name="T42" fmla="*/ 64 w 208"/>
                <a:gd name="T43" fmla="*/ 200 h 208"/>
                <a:gd name="T44" fmla="*/ 46 w 208"/>
                <a:gd name="T45" fmla="*/ 190 h 208"/>
                <a:gd name="T46" fmla="*/ 30 w 208"/>
                <a:gd name="T47" fmla="*/ 178 h 208"/>
                <a:gd name="T48" fmla="*/ 18 w 208"/>
                <a:gd name="T49" fmla="*/ 162 h 208"/>
                <a:gd name="T50" fmla="*/ 8 w 208"/>
                <a:gd name="T51" fmla="*/ 144 h 208"/>
                <a:gd name="T52" fmla="*/ 2 w 208"/>
                <a:gd name="T53" fmla="*/ 126 h 208"/>
                <a:gd name="T54" fmla="*/ 0 w 208"/>
                <a:gd name="T55" fmla="*/ 104 h 208"/>
                <a:gd name="T56" fmla="*/ 0 w 208"/>
                <a:gd name="T57" fmla="*/ 104 h 208"/>
                <a:gd name="T58" fmla="*/ 2 w 208"/>
                <a:gd name="T59" fmla="*/ 84 h 208"/>
                <a:gd name="T60" fmla="*/ 8 w 208"/>
                <a:gd name="T61" fmla="*/ 64 h 208"/>
                <a:gd name="T62" fmla="*/ 18 w 208"/>
                <a:gd name="T63" fmla="*/ 46 h 208"/>
                <a:gd name="T64" fmla="*/ 30 w 208"/>
                <a:gd name="T65" fmla="*/ 30 h 208"/>
                <a:gd name="T66" fmla="*/ 46 w 208"/>
                <a:gd name="T67" fmla="*/ 18 h 208"/>
                <a:gd name="T68" fmla="*/ 64 w 208"/>
                <a:gd name="T69" fmla="*/ 8 h 208"/>
                <a:gd name="T70" fmla="*/ 82 w 208"/>
                <a:gd name="T71" fmla="*/ 2 h 208"/>
                <a:gd name="T72" fmla="*/ 104 w 208"/>
                <a:gd name="T73" fmla="*/ 0 h 208"/>
                <a:gd name="T74" fmla="*/ 104 w 208"/>
                <a:gd name="T75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8">
                  <a:moveTo>
                    <a:pt x="104" y="0"/>
                  </a:moveTo>
                  <a:lnTo>
                    <a:pt x="104" y="0"/>
                  </a:lnTo>
                  <a:lnTo>
                    <a:pt x="124" y="2"/>
                  </a:lnTo>
                  <a:lnTo>
                    <a:pt x="144" y="8"/>
                  </a:lnTo>
                  <a:lnTo>
                    <a:pt x="162" y="18"/>
                  </a:lnTo>
                  <a:lnTo>
                    <a:pt x="178" y="30"/>
                  </a:lnTo>
                  <a:lnTo>
                    <a:pt x="190" y="46"/>
                  </a:lnTo>
                  <a:lnTo>
                    <a:pt x="200" y="64"/>
                  </a:lnTo>
                  <a:lnTo>
                    <a:pt x="206" y="8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06" y="126"/>
                  </a:lnTo>
                  <a:lnTo>
                    <a:pt x="200" y="144"/>
                  </a:lnTo>
                  <a:lnTo>
                    <a:pt x="190" y="162"/>
                  </a:lnTo>
                  <a:lnTo>
                    <a:pt x="178" y="178"/>
                  </a:lnTo>
                  <a:lnTo>
                    <a:pt x="162" y="190"/>
                  </a:lnTo>
                  <a:lnTo>
                    <a:pt x="144" y="200"/>
                  </a:lnTo>
                  <a:lnTo>
                    <a:pt x="124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82" y="206"/>
                  </a:lnTo>
                  <a:lnTo>
                    <a:pt x="64" y="200"/>
                  </a:lnTo>
                  <a:lnTo>
                    <a:pt x="46" y="190"/>
                  </a:lnTo>
                  <a:lnTo>
                    <a:pt x="30" y="178"/>
                  </a:lnTo>
                  <a:lnTo>
                    <a:pt x="18" y="162"/>
                  </a:lnTo>
                  <a:lnTo>
                    <a:pt x="8" y="144"/>
                  </a:lnTo>
                  <a:lnTo>
                    <a:pt x="2" y="12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0" y="30"/>
                  </a:lnTo>
                  <a:lnTo>
                    <a:pt x="46" y="18"/>
                  </a:lnTo>
                  <a:lnTo>
                    <a:pt x="64" y="8"/>
                  </a:lnTo>
                  <a:lnTo>
                    <a:pt x="82" y="2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50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black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3470" y="1196752"/>
            <a:ext cx="84990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양질의 일자리 창출을 위한 기업의 사회적 책임에 대한 인식 및 의지 등 작성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중소기업 성과공유제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*, </a:t>
            </a:r>
            <a:r>
              <a:rPr lang="ko-KR" altLang="en-US" sz="1600" dirty="0" err="1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비정규직의</a:t>
            </a:r>
            <a:r>
              <a:rPr lang="ko-KR" altLang="en-US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정규직화 등 사회적 가치 실현을 위한 제도 도입계획 등 작성</a:t>
            </a:r>
            <a:endParaRPr lang="en-US" altLang="ko-KR" sz="1600" dirty="0" smtClean="0">
              <a:solidFill>
                <a:prstClr val="white">
                  <a:lumMod val="50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6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1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* </a:t>
            </a:r>
            <a:r>
              <a:rPr lang="ko-KR" altLang="en-US" sz="11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중소기업 성과공유제 </a:t>
            </a:r>
            <a:r>
              <a:rPr lang="en-US" altLang="ko-KR" sz="11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1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중소기업 근로자의 임금 또는 복지 수준 향상을 위해 사업주가 근로자간에 성과를 공유하는 제도</a:t>
            </a:r>
            <a:r>
              <a:rPr lang="en-US" altLang="ko-KR" sz="1100" dirty="0" smtClean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248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테마">
  <a:themeElements>
    <a:clrScheme name="흑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36363"/>
      </a:accent1>
      <a:accent2>
        <a:srgbClr val="BEBEBE"/>
      </a:accent2>
      <a:accent3>
        <a:srgbClr val="F5F5F5"/>
      </a:accent3>
      <a:accent4>
        <a:srgbClr val="777777"/>
      </a:accent4>
      <a:accent5>
        <a:srgbClr val="F3E80D"/>
      </a:accent5>
      <a:accent6>
        <a:srgbClr val="CD4C19"/>
      </a:accent6>
      <a:hlink>
        <a:srgbClr val="FCCD04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4167</TotalTime>
  <Words>441</Words>
  <Application>Microsoft Office PowerPoint</Application>
  <PresentationFormat>화면 슬라이드 쇼(4:3)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HY견고딕</vt:lpstr>
      <vt:lpstr>굴림</vt:lpstr>
      <vt:lpstr>맑은 고딕</vt:lpstr>
      <vt:lpstr>Arial</vt:lpstr>
      <vt:lpstr>Calibri Light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金 志浣</cp:lastModifiedBy>
  <cp:revision>40</cp:revision>
  <dcterms:created xsi:type="dcterms:W3CDTF">2018-01-31T14:54:38Z</dcterms:created>
  <dcterms:modified xsi:type="dcterms:W3CDTF">2020-06-02T03:06:42Z</dcterms:modified>
</cp:coreProperties>
</file>