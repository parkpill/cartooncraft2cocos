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amp; Subtitle">
    <p:spTree>
      <p:nvGrpSpPr>
        <p:cNvPr id="1" name=""/>
        <p:cNvGrpSpPr/>
        <p:nvPr/>
      </p:nvGrpSpPr>
      <p:grpSpPr>
        <a:xfrm>
          <a:off x="0" y="0"/>
          <a:ext cx="0" cy="0"/>
          <a:chOff x="0" y="0"/>
          <a:chExt cx="0" cy="0"/>
        </a:xfrm>
      </p:grpSpPr>
      <p:sp>
        <p:nvSpPr>
          <p:cNvPr id="11" name="Title Text"/>
          <p:cNvSpPr txBox="1"/>
          <p:nvPr>
            <p:ph type="title"/>
          </p:nvPr>
        </p:nvSpPr>
        <p:spPr>
          <a:xfrm>
            <a:off x="1270000" y="1638300"/>
            <a:ext cx="10464800" cy="3302000"/>
          </a:xfrm>
          <a:prstGeom prst="rect">
            <a:avLst/>
          </a:prstGeom>
        </p:spPr>
        <p:txBody>
          <a:bodyPr anchor="b"/>
          <a:lstStyle/>
          <a:p>
            <a:pPr/>
            <a:r>
              <a:t>Title Text</a:t>
            </a:r>
          </a:p>
        </p:txBody>
      </p:sp>
      <p:sp>
        <p:nvSpPr>
          <p:cNvPr id="12" name="Body Level One…"/>
          <p:cNvSpPr txBox="1"/>
          <p:nvPr>
            <p:ph type="body" sz="quarter" idx="1"/>
          </p:nvPr>
        </p:nvSpPr>
        <p:spPr>
          <a:xfrm>
            <a:off x="1270000" y="50419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Image"/>
          <p:cNvSpPr/>
          <p:nvPr>
            <p:ph type="pic" idx="13"/>
          </p:nvPr>
        </p:nvSpPr>
        <p:spPr>
          <a:xfrm>
            <a:off x="1622088" y="289099"/>
            <a:ext cx="9753603" cy="6505789"/>
          </a:xfrm>
          <a:prstGeom prst="rect">
            <a:avLst/>
          </a:prstGeom>
        </p:spPr>
        <p:txBody>
          <a:bodyPr lIns="91439" tIns="45719" rIns="91439" bIns="45719" anchor="t">
            <a:noAutofit/>
          </a:bodyPr>
          <a:lstStyle/>
          <a:p>
            <a:pPr/>
          </a:p>
        </p:txBody>
      </p:sp>
      <p:sp>
        <p:nvSpPr>
          <p:cNvPr id="21" name="Title Text"/>
          <p:cNvSpPr txBox="1"/>
          <p:nvPr>
            <p:ph type="title"/>
          </p:nvPr>
        </p:nvSpPr>
        <p:spPr>
          <a:xfrm>
            <a:off x="1270000" y="6718300"/>
            <a:ext cx="10464800" cy="1422400"/>
          </a:xfrm>
          <a:prstGeom prst="rect">
            <a:avLst/>
          </a:prstGeom>
        </p:spPr>
        <p:txBody>
          <a:bodyPr anchor="b"/>
          <a:lstStyle/>
          <a:p>
            <a:pPr/>
            <a:r>
              <a:t>Title Text</a:t>
            </a:r>
          </a:p>
        </p:txBody>
      </p:sp>
      <p:sp>
        <p:nvSpPr>
          <p:cNvPr id="22" name="Body Level One…"/>
          <p:cNvSpPr txBox="1"/>
          <p:nvPr>
            <p:ph type="body" sz="quarter" idx="1"/>
          </p:nvPr>
        </p:nvSpPr>
        <p:spPr>
          <a:xfrm>
            <a:off x="1270000" y="8153400"/>
            <a:ext cx="10464800"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er">
    <p:spTree>
      <p:nvGrpSpPr>
        <p:cNvPr id="1" name=""/>
        <p:cNvGrpSpPr/>
        <p:nvPr/>
      </p:nvGrpSpPr>
      <p:grpSpPr>
        <a:xfrm>
          <a:off x="0" y="0"/>
          <a:ext cx="0" cy="0"/>
          <a:chOff x="0" y="0"/>
          <a:chExt cx="0" cy="0"/>
        </a:xfrm>
      </p:grpSpPr>
      <p:sp>
        <p:nvSpPr>
          <p:cNvPr id="30" name="Title Text"/>
          <p:cNvSpPr txBox="1"/>
          <p:nvPr>
            <p:ph type="title"/>
          </p:nvPr>
        </p:nvSpPr>
        <p:spPr>
          <a:xfrm>
            <a:off x="1270000" y="3225800"/>
            <a:ext cx="10464800" cy="33020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Image"/>
          <p:cNvSpPr/>
          <p:nvPr>
            <p:ph type="pic" idx="13"/>
          </p:nvPr>
        </p:nvSpPr>
        <p:spPr>
          <a:xfrm>
            <a:off x="2263775" y="613833"/>
            <a:ext cx="12401550" cy="8267701"/>
          </a:xfrm>
          <a:prstGeom prst="rect">
            <a:avLst/>
          </a:prstGeom>
        </p:spPr>
        <p:txBody>
          <a:bodyPr lIns="91439" tIns="45719" rIns="91439" bIns="45719" anchor="t">
            <a:noAutofit/>
          </a:bodyPr>
          <a:lstStyle/>
          <a:p>
            <a:pPr/>
          </a:p>
        </p:txBody>
      </p:sp>
      <p:sp>
        <p:nvSpPr>
          <p:cNvPr id="39" name="Title Text"/>
          <p:cNvSpPr txBox="1"/>
          <p:nvPr>
            <p:ph type="title"/>
          </p:nvPr>
        </p:nvSpPr>
        <p:spPr>
          <a:xfrm>
            <a:off x="952500" y="635000"/>
            <a:ext cx="5334000" cy="3987800"/>
          </a:xfrm>
          <a:prstGeom prst="rect">
            <a:avLst/>
          </a:prstGeom>
        </p:spPr>
        <p:txBody>
          <a:bodyPr anchor="b"/>
          <a:lstStyle>
            <a:lvl1pPr>
              <a:defRPr sz="6000"/>
            </a:lvl1pPr>
          </a:lstStyle>
          <a:p>
            <a:pPr/>
            <a:r>
              <a:t>Title Text</a:t>
            </a:r>
          </a:p>
        </p:txBody>
      </p:sp>
      <p:sp>
        <p:nvSpPr>
          <p:cNvPr id="40" name="Body Level One…"/>
          <p:cNvSpPr txBox="1"/>
          <p:nvPr>
            <p:ph type="body" sz="quarter" idx="1"/>
          </p:nvPr>
        </p:nvSpPr>
        <p:spPr>
          <a:xfrm>
            <a:off x="952500" y="4724400"/>
            <a:ext cx="5334000" cy="41148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Image"/>
          <p:cNvSpPr/>
          <p:nvPr>
            <p:ph type="pic" idx="13"/>
          </p:nvPr>
        </p:nvSpPr>
        <p:spPr>
          <a:xfrm>
            <a:off x="4086225" y="2586566"/>
            <a:ext cx="9429750" cy="6286501"/>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952500" y="25908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75" name="Body Level One…"/>
          <p:cNvSpPr txBox="1"/>
          <p:nvPr>
            <p:ph type="body" idx="1"/>
          </p:nvPr>
        </p:nvSpPr>
        <p:spPr>
          <a:xfrm>
            <a:off x="952500" y="1270000"/>
            <a:ext cx="11099800" cy="72136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83" name="Image"/>
          <p:cNvSpPr/>
          <p:nvPr>
            <p:ph type="pic" sz="quarter" idx="13"/>
          </p:nvPr>
        </p:nvSpPr>
        <p:spPr>
          <a:xfrm>
            <a:off x="6680200" y="5029200"/>
            <a:ext cx="6054748" cy="4038600"/>
          </a:xfrm>
          <a:prstGeom prst="rect">
            <a:avLst/>
          </a:prstGeom>
        </p:spPr>
        <p:txBody>
          <a:bodyPr lIns="91439" tIns="45719" rIns="91439" bIns="45719" anchor="t">
            <a:noAutofit/>
          </a:bodyPr>
          <a:lstStyle/>
          <a:p>
            <a:pPr/>
          </a:p>
        </p:txBody>
      </p:sp>
      <p:sp>
        <p:nvSpPr>
          <p:cNvPr id="84" name="Image"/>
          <p:cNvSpPr/>
          <p:nvPr>
            <p:ph type="pic" sz="quarter" idx="14"/>
          </p:nvPr>
        </p:nvSpPr>
        <p:spPr>
          <a:xfrm>
            <a:off x="6502400" y="889000"/>
            <a:ext cx="5867400" cy="3911601"/>
          </a:xfrm>
          <a:prstGeom prst="rect">
            <a:avLst/>
          </a:prstGeom>
        </p:spPr>
        <p:txBody>
          <a:bodyPr lIns="91439" tIns="45719" rIns="91439" bIns="45719" anchor="t">
            <a:noAutofit/>
          </a:bodyPr>
          <a:lstStyle/>
          <a:p>
            <a:pPr/>
          </a:p>
        </p:txBody>
      </p:sp>
      <p:sp>
        <p:nvSpPr>
          <p:cNvPr id="85" name="Image"/>
          <p:cNvSpPr/>
          <p:nvPr>
            <p:ph type="pic" idx="15"/>
          </p:nvPr>
        </p:nvSpPr>
        <p:spPr>
          <a:xfrm>
            <a:off x="-2374900" y="889000"/>
            <a:ext cx="11982450" cy="7988300"/>
          </a:xfrm>
          <a:prstGeom prst="rect">
            <a:avLst/>
          </a:prstGeom>
        </p:spPr>
        <p:txBody>
          <a:bodyPr lIns="91439" tIns="45719" rIns="91439" bIns="45719" anchor="t">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93" name="–Johnny Appleseed"/>
          <p:cNvSpPr txBox="1"/>
          <p:nvPr>
            <p:ph type="body" sz="quarter" idx="13"/>
          </p:nvPr>
        </p:nvSpPr>
        <p:spPr>
          <a:xfrm>
            <a:off x="1270000" y="6362700"/>
            <a:ext cx="10464800" cy="461366"/>
          </a:xfrm>
          <a:prstGeom prst="rect">
            <a:avLst/>
          </a:prstGeom>
        </p:spPr>
        <p:txBody>
          <a:bodyPr anchor="t">
            <a:spAutoFit/>
          </a:bodyPr>
          <a:lstStyle>
            <a:lvl1pPr marL="0" indent="0" algn="ctr">
              <a:spcBef>
                <a:spcPts val="0"/>
              </a:spcBef>
              <a:buSzTx/>
              <a:buNone/>
              <a:defRPr i="1" sz="2400"/>
            </a:lvl1pPr>
          </a:lstStyle>
          <a:p>
            <a:pPr/>
            <a:r>
              <a:t>–Johnny Appleseed</a:t>
            </a:r>
          </a:p>
        </p:txBody>
      </p:sp>
      <p:sp>
        <p:nvSpPr>
          <p:cNvPr id="94" name="“Type a quote here.”"/>
          <p:cNvSpPr txBox="1"/>
          <p:nvPr>
            <p:ph type="body" sz="quarter" idx="14"/>
          </p:nvPr>
        </p:nvSpPr>
        <p:spPr>
          <a:xfrm>
            <a:off x="1270000" y="4267112"/>
            <a:ext cx="10464800" cy="609776"/>
          </a:xfrm>
          <a:prstGeom prst="rect">
            <a:avLst/>
          </a:prstGeom>
        </p:spPr>
        <p:txBody>
          <a:bodyPr>
            <a:spAutoFit/>
          </a:bodyPr>
          <a:lstStyle>
            <a:lvl1pPr marL="0" indent="0" algn="ctr">
              <a:spcBef>
                <a:spcPts val="0"/>
              </a:spcBef>
              <a:buSzTx/>
              <a:buNone/>
              <a:defRPr sz="3400">
                <a:latin typeface="+mn-lt"/>
                <a:ea typeface="+mn-ea"/>
                <a:cs typeface="+mn-cs"/>
                <a:sym typeface="Helvetica Neue Medium"/>
              </a:defRPr>
            </a:lvl1pPr>
          </a:lstStyle>
          <a:p>
            <a:pPr/>
            <a:r>
              <a:t>“Type a quote here.” </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02" name="Image"/>
          <p:cNvSpPr/>
          <p:nvPr>
            <p:ph type="pic" idx="13"/>
          </p:nvPr>
        </p:nvSpPr>
        <p:spPr>
          <a:xfrm>
            <a:off x="-949853" y="0"/>
            <a:ext cx="14904506" cy="9944100"/>
          </a:xfrm>
          <a:prstGeom prst="rect">
            <a:avLst/>
          </a:prstGeom>
        </p:spPr>
        <p:txBody>
          <a:bodyPr lIns="91439" tIns="45719" rIns="91439" bIns="45719" anchor="t">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52500" y="2540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952500" y="25908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b="0"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1pPr>
      <a:lvl2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2pPr>
      <a:lvl3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3pPr>
      <a:lvl4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4pPr>
      <a:lvl5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5pPr>
      <a:lvl6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6pPr>
      <a:lvl7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7pPr>
      <a:lvl8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8pPr>
      <a:lvl9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Neue Medium"/>
        </a:defRPr>
      </a:lvl9pPr>
    </p:titleStyle>
    <p:bodyStyle>
      <a:lvl1pPr marL="444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1pPr>
      <a:lvl2pPr marL="889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2pPr>
      <a:lvl3pPr marL="1333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3pPr>
      <a:lvl4pPr marL="1778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4pPr>
      <a:lvl5pPr marL="2222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5pPr>
      <a:lvl6pPr marL="2667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6pPr>
      <a:lvl7pPr marL="3111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7pPr>
      <a:lvl8pPr marL="3556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8pPr>
      <a:lvl9pPr marL="4000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Helvetica Neue"/>
          <a:ea typeface="Helvetica Neue"/>
          <a:cs typeface="Helvetica Neue"/>
          <a:sym typeface="Helvetica Neue"/>
        </a:defRPr>
      </a:lvl9pPr>
    </p:bodyStyle>
    <p:otherStyle>
      <a:lvl1pPr marL="0" marR="0" indent="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2286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4572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6858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9144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11430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13716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16002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1828800" algn="ctr" defTabSz="58420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회사소개…"/>
          <p:cNvSpPr txBox="1"/>
          <p:nvPr>
            <p:ph type="body" idx="1"/>
          </p:nvPr>
        </p:nvSpPr>
        <p:spPr>
          <a:prstGeom prst="rect">
            <a:avLst/>
          </a:prstGeom>
        </p:spPr>
        <p:txBody>
          <a:bodyPr/>
          <a:lstStyle/>
          <a:p>
            <a:pPr/>
            <a:r>
              <a:t>회사소개</a:t>
            </a:r>
          </a:p>
          <a:p>
            <a:pPr marL="0" indent="0">
              <a:spcBef>
                <a:spcPts val="1000"/>
              </a:spcBef>
              <a:buSzTx/>
              <a:buNone/>
            </a:pPr>
            <a:r>
              <a:t> Studio NAP은 2012년 처음으로 부부가 함께 개발한 ‘대리의 전설’을 시작으로 여러가지 모바일 게임을 제작하고 있다. 별도의 사무실 없이 자택에서 일을 하며 육아와 동시에 업무를 하는 것이 불가능하므로 주로 아이가 잠든 후인 육퇴(육아퇴근) 후에 업무를 시작한다. 업무보다 건강과 행복을 우선시하는 업체/가족이다.</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게임소개…"/>
          <p:cNvSpPr txBox="1"/>
          <p:nvPr>
            <p:ph type="body" idx="1"/>
          </p:nvPr>
        </p:nvSpPr>
        <p:spPr>
          <a:prstGeom prst="rect">
            <a:avLst/>
          </a:prstGeom>
        </p:spPr>
        <p:txBody>
          <a:bodyPr/>
          <a:lstStyle/>
          <a:p>
            <a:pPr/>
            <a:r>
              <a:t>게임소개</a:t>
            </a:r>
          </a:p>
          <a:p>
            <a:pPr marL="0" indent="0">
              <a:spcBef>
                <a:spcPts val="1000"/>
              </a:spcBef>
              <a:buSzTx/>
              <a:buNone/>
            </a:pPr>
            <a:r>
              <a:t>실시간 전략 시뮬레이션 게임인 카툰 크래프트는 PC에서나 볼 수 있을 법한 분주한 컨트롤 방식과 집중력을 요하는 게임이다. 직원 모두가 학창시절 즐겨했던 게임은 워크래프트2의 느낌을 최대한 살려서 제작되었다. 모바일에 맞는 UI와 컨트롤 방식과 RTS 본연의 컨트롤 방식에서 오는 재미를 놓치지 않기 위해 많은 노력과 변화가 있었으며 유저들과의 소통을 멈추지 않고 지금도 끊임없이 발전해가고 있는 게임이다.</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